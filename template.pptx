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8"/>
  </p:notesMasterIdLst>
  <p:sldIdLst>
    <p:sldId id="257" r:id="rId2"/>
    <p:sldId id="260" r:id="rId3"/>
    <p:sldId id="270" r:id="rId4"/>
    <p:sldId id="269" r:id="rId5"/>
    <p:sldId id="274" r:id="rId6"/>
    <p:sldId id="280" r:id="rId7"/>
    <p:sldId id="267" r:id="rId8"/>
    <p:sldId id="281" r:id="rId9"/>
    <p:sldId id="272" r:id="rId10"/>
    <p:sldId id="278" r:id="rId11"/>
    <p:sldId id="275" r:id="rId12"/>
    <p:sldId id="271" r:id="rId13"/>
    <p:sldId id="263" r:id="rId14"/>
    <p:sldId id="279" r:id="rId15"/>
    <p:sldId id="282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1BCBC6-6BF5-6A41-72B9-31B3B58A5809}" name="Dieu Ky Duyen Do (Chip)" initials="" userId="S::s00868@bvisvietnam.com::7e3e6a4b-bd9c-4433-8970-d6306dcc3e86" providerId="AD"/>
  <p188:author id="{DD8CB3FB-5888-9E6E-3AD7-079E396EDBCD}" name="Nhu Y Hoang (Nhu Y)" initials="NY" userId="S::s01862@bvisvietnam.com::f5ff0723-5f7c-41d8-b253-eb31866e404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9DA4C-7B2F-5A0D-16FD-B6E6030062E7}" v="2" dt="2025-11-11T17:23:53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h Thu Phan (Annie)" userId="S::anh-thu_phan@bvisvietnam.com::b659a2af-96cb-45b0-9173-1a23784cb8e3" providerId="AD" clId="Web-{A249DA4C-7B2F-5A0D-16FD-B6E6030062E7}"/>
    <pc:docChg chg="addSld delSld">
      <pc:chgData name="Anh Thu Phan (Annie)" userId="S::anh-thu_phan@bvisvietnam.com::b659a2af-96cb-45b0-9173-1a23784cb8e3" providerId="AD" clId="Web-{A249DA4C-7B2F-5A0D-16FD-B6E6030062E7}" dt="2025-11-11T17:23:53.650" v="1"/>
      <pc:docMkLst>
        <pc:docMk/>
      </pc:docMkLst>
      <pc:sldChg chg="add del">
        <pc:chgData name="Anh Thu Phan (Annie)" userId="S::anh-thu_phan@bvisvietnam.com::b659a2af-96cb-45b0-9173-1a23784cb8e3" providerId="AD" clId="Web-{A249DA4C-7B2F-5A0D-16FD-B6E6030062E7}" dt="2025-11-11T17:23:53.650" v="1"/>
        <pc:sldMkLst>
          <pc:docMk/>
          <pc:sldMk cId="2795963512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53178-A52C-45D8-9A12-A46B171D3605}" type="datetimeFigureOut"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6B365-2634-4A25-95B7-1472FFE18C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6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6B365-2634-4A25-95B7-1472FFE18C4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27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6B365-2634-4A25-95B7-1472FFE18C4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043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384BBB77-E7BF-43D6-AAE9-CFCF730C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/>
          <a:stretch/>
        </p:blipFill>
        <p:spPr>
          <a:xfrm>
            <a:off x="-2" y="695404"/>
            <a:ext cx="10131255" cy="5855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6C16FF-5DEB-4DDC-879E-FA755084B437}"/>
              </a:ext>
            </a:extLst>
          </p:cNvPr>
          <p:cNvSpPr/>
          <p:nvPr userDrawn="1"/>
        </p:nvSpPr>
        <p:spPr>
          <a:xfrm>
            <a:off x="-1" y="307361"/>
            <a:ext cx="9735671" cy="58552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BABEEDE-5E32-4AF7-89AE-F97C138ED0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1" y="2513013"/>
            <a:ext cx="8633180" cy="1581151"/>
          </a:xfrm>
        </p:spPr>
        <p:txBody>
          <a:bodyPr>
            <a:noAutofit/>
          </a:bodyPr>
          <a:lstStyle>
            <a:lvl1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HEADING</a:t>
            </a:r>
            <a:br>
              <a:rPr lang="en-US"/>
            </a:br>
            <a:r>
              <a:rPr lang="en-US"/>
              <a:t>[LANGUAGE 02] HEADING</a:t>
            </a:r>
          </a:p>
          <a:p>
            <a:pPr lvl="0"/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3DB43A9-02B3-464C-B8F1-58F79B482C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20" y="3863745"/>
            <a:ext cx="8633180" cy="158115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cap="all" baseline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 cap="all" baseline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[LANGUAGE 01] PRESENTED BY FIRSTNAME LASTNAME</a:t>
            </a:r>
            <a:br>
              <a:rPr lang="en-US"/>
            </a:br>
            <a:r>
              <a:rPr lang="en-US"/>
              <a:t>[LANGUAGE 02] PRESENTED BY FIRSTNAME LASTNAME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FD8E8FE-28AF-334F-8904-6228ACC4AC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264" y="5489455"/>
            <a:ext cx="2439988" cy="711200"/>
          </a:xfrm>
        </p:spPr>
        <p:txBody>
          <a:bodyPr>
            <a:norm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Day Month Year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1D0309-CC0E-42FE-8FD9-8E0AE79BD6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8" t="30797" b="31942"/>
          <a:stretch/>
        </p:blipFill>
        <p:spPr>
          <a:xfrm>
            <a:off x="432000" y="828000"/>
            <a:ext cx="5606253" cy="57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049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ront cov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15BB49E7-2DDF-4130-AC77-9AF32AE44F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0292" y="0"/>
            <a:ext cx="12202292" cy="6858000"/>
          </a:xfrm>
          <a:custGeom>
            <a:avLst/>
            <a:gdLst>
              <a:gd name="connsiteX0" fmla="*/ 0 w 12199938"/>
              <a:gd name="connsiteY0" fmla="*/ 0 h 6858000"/>
              <a:gd name="connsiteX1" fmla="*/ 12199938 w 12199938"/>
              <a:gd name="connsiteY1" fmla="*/ 0 h 6858000"/>
              <a:gd name="connsiteX2" fmla="*/ 12199938 w 12199938"/>
              <a:gd name="connsiteY2" fmla="*/ 6858000 h 6858000"/>
              <a:gd name="connsiteX3" fmla="*/ 0 w 12199938"/>
              <a:gd name="connsiteY3" fmla="*/ 6858000 h 6858000"/>
              <a:gd name="connsiteX4" fmla="*/ 0 w 12199938"/>
              <a:gd name="connsiteY4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304800 h 6858000"/>
              <a:gd name="connsiteX5" fmla="*/ 13856 w 12213794"/>
              <a:gd name="connsiteY5" fmla="*/ 0 h 6858000"/>
              <a:gd name="connsiteX0" fmla="*/ 907815 w 13107753"/>
              <a:gd name="connsiteY0" fmla="*/ 0 h 6881203"/>
              <a:gd name="connsiteX1" fmla="*/ 13107753 w 13107753"/>
              <a:gd name="connsiteY1" fmla="*/ 0 h 6881203"/>
              <a:gd name="connsiteX2" fmla="*/ 13107753 w 13107753"/>
              <a:gd name="connsiteY2" fmla="*/ 6858000 h 6881203"/>
              <a:gd name="connsiteX3" fmla="*/ 907815 w 13107753"/>
              <a:gd name="connsiteY3" fmla="*/ 6858000 h 6881203"/>
              <a:gd name="connsiteX4" fmla="*/ 893959 w 13107753"/>
              <a:gd name="connsiteY4" fmla="*/ 6165273 h 6881203"/>
              <a:gd name="connsiteX5" fmla="*/ 893959 w 13107753"/>
              <a:gd name="connsiteY5" fmla="*/ 304800 h 6881203"/>
              <a:gd name="connsiteX6" fmla="*/ 907815 w 13107753"/>
              <a:gd name="connsiteY6" fmla="*/ 0 h 6881203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41565 w 12241503"/>
              <a:gd name="connsiteY0" fmla="*/ 0 h 6858000"/>
              <a:gd name="connsiteX1" fmla="*/ 12241503 w 12241503"/>
              <a:gd name="connsiteY1" fmla="*/ 0 h 6858000"/>
              <a:gd name="connsiteX2" fmla="*/ 12241503 w 12241503"/>
              <a:gd name="connsiteY2" fmla="*/ 6858000 h 6858000"/>
              <a:gd name="connsiteX3" fmla="*/ 41565 w 12241503"/>
              <a:gd name="connsiteY3" fmla="*/ 6858000 h 6858000"/>
              <a:gd name="connsiteX4" fmla="*/ 27709 w 12241503"/>
              <a:gd name="connsiteY4" fmla="*/ 6165273 h 6858000"/>
              <a:gd name="connsiteX5" fmla="*/ 0 w 12241503"/>
              <a:gd name="connsiteY5" fmla="*/ 3810000 h 6858000"/>
              <a:gd name="connsiteX6" fmla="*/ 27709 w 12241503"/>
              <a:gd name="connsiteY6" fmla="*/ 304800 h 6858000"/>
              <a:gd name="connsiteX7" fmla="*/ 41565 w 12241503"/>
              <a:gd name="connsiteY7" fmla="*/ 0 h 6858000"/>
              <a:gd name="connsiteX0" fmla="*/ 41866 w 12241804"/>
              <a:gd name="connsiteY0" fmla="*/ 0 h 6858000"/>
              <a:gd name="connsiteX1" fmla="*/ 12241804 w 12241804"/>
              <a:gd name="connsiteY1" fmla="*/ 0 h 6858000"/>
              <a:gd name="connsiteX2" fmla="*/ 12241804 w 12241804"/>
              <a:gd name="connsiteY2" fmla="*/ 6858000 h 6858000"/>
              <a:gd name="connsiteX3" fmla="*/ 41866 w 12241804"/>
              <a:gd name="connsiteY3" fmla="*/ 6858000 h 6858000"/>
              <a:gd name="connsiteX4" fmla="*/ 28010 w 12241804"/>
              <a:gd name="connsiteY4" fmla="*/ 6165273 h 6858000"/>
              <a:gd name="connsiteX5" fmla="*/ 301 w 12241804"/>
              <a:gd name="connsiteY5" fmla="*/ 3810000 h 6858000"/>
              <a:gd name="connsiteX6" fmla="*/ 14157 w 12241804"/>
              <a:gd name="connsiteY6" fmla="*/ 2202873 h 6858000"/>
              <a:gd name="connsiteX7" fmla="*/ 28010 w 12241804"/>
              <a:gd name="connsiteY7" fmla="*/ 304800 h 6858000"/>
              <a:gd name="connsiteX8" fmla="*/ 41866 w 12241804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13870 w 12213808"/>
              <a:gd name="connsiteY0" fmla="*/ 0 h 6858000"/>
              <a:gd name="connsiteX1" fmla="*/ 12213808 w 12213808"/>
              <a:gd name="connsiteY1" fmla="*/ 0 h 6858000"/>
              <a:gd name="connsiteX2" fmla="*/ 12213808 w 12213808"/>
              <a:gd name="connsiteY2" fmla="*/ 6858000 h 6858000"/>
              <a:gd name="connsiteX3" fmla="*/ 13870 w 12213808"/>
              <a:gd name="connsiteY3" fmla="*/ 6858000 h 6858000"/>
              <a:gd name="connsiteX4" fmla="*/ 14 w 12213808"/>
              <a:gd name="connsiteY4" fmla="*/ 6165273 h 6858000"/>
              <a:gd name="connsiteX5" fmla="*/ 2854051 w 12213808"/>
              <a:gd name="connsiteY5" fmla="*/ 4668981 h 6858000"/>
              <a:gd name="connsiteX6" fmla="*/ 1177652 w 12213808"/>
              <a:gd name="connsiteY6" fmla="*/ 2161310 h 6858000"/>
              <a:gd name="connsiteX7" fmla="*/ 14 w 12213808"/>
              <a:gd name="connsiteY7" fmla="*/ 304800 h 6858000"/>
              <a:gd name="connsiteX8" fmla="*/ 13870 w 1221380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6165273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71024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59521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6697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313950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2292" h="6858000">
                <a:moveTo>
                  <a:pt x="2354" y="0"/>
                </a:moveTo>
                <a:lnTo>
                  <a:pt x="12202292" y="0"/>
                </a:lnTo>
                <a:lnTo>
                  <a:pt x="12202292" y="6858000"/>
                </a:lnTo>
                <a:lnTo>
                  <a:pt x="2354" y="6858000"/>
                </a:lnTo>
                <a:cubicBezTo>
                  <a:pt x="3486" y="6629008"/>
                  <a:pt x="4619" y="6377012"/>
                  <a:pt x="5751" y="6148020"/>
                </a:cubicBezTo>
                <a:lnTo>
                  <a:pt x="6403153" y="6148020"/>
                </a:lnTo>
                <a:cubicBezTo>
                  <a:pt x="6400844" y="5487620"/>
                  <a:pt x="6398536" y="898150"/>
                  <a:pt x="6403154" y="313950"/>
                </a:cubicBezTo>
                <a:lnTo>
                  <a:pt x="0" y="316302"/>
                </a:lnTo>
                <a:cubicBezTo>
                  <a:pt x="785" y="210868"/>
                  <a:pt x="1569" y="105434"/>
                  <a:pt x="235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7380000" rIns="126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/>
              <a:t>To bring in a picture, either: </a:t>
            </a:r>
            <a:br>
              <a:rPr lang="en-GB" sz="1600"/>
            </a:br>
            <a:br>
              <a:rPr lang="en-GB" sz="1600"/>
            </a:br>
            <a:r>
              <a:rPr lang="en-GB" sz="1600"/>
              <a:t>1. Drag it here and crop accordingly using the cropping tool in the picture format ribbon.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Or</a:t>
            </a:r>
            <a:br>
              <a:rPr lang="en-GB" sz="1600"/>
            </a:br>
            <a:br>
              <a:rPr lang="en-GB" sz="1600"/>
            </a:br>
            <a:r>
              <a:rPr lang="en-GB" sz="1600"/>
              <a:t>2. Select this grey box and choose ‘insert picture from file’ from the toolbar or ribbon and crop accordingly using the cropping tool.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Reset the slide to change the image or right-click and select ‘change picture’ to choose an alternative image.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If patterned lines become lost please select the image and ‘send to back’.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6C16FF-5DEB-4DDC-879E-FA755084B437}"/>
              </a:ext>
            </a:extLst>
          </p:cNvPr>
          <p:cNvSpPr/>
          <p:nvPr userDrawn="1"/>
        </p:nvSpPr>
        <p:spPr>
          <a:xfrm>
            <a:off x="0" y="305079"/>
            <a:ext cx="6394270" cy="5855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EB8692-5DD1-0A41-AB2A-F2CDAEEF17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681321"/>
            <a:ext cx="6836399" cy="5871600"/>
          </a:xfrm>
          <a:custGeom>
            <a:avLst/>
            <a:gdLst>
              <a:gd name="connsiteX0" fmla="*/ 6394270 w 6836399"/>
              <a:gd name="connsiteY0" fmla="*/ 0 h 5871600"/>
              <a:gd name="connsiteX1" fmla="*/ 6836399 w 6836399"/>
              <a:gd name="connsiteY1" fmla="*/ 0 h 5871600"/>
              <a:gd name="connsiteX2" fmla="*/ 6836399 w 6836399"/>
              <a:gd name="connsiteY2" fmla="*/ 5871600 h 5871600"/>
              <a:gd name="connsiteX3" fmla="*/ 0 w 6836399"/>
              <a:gd name="connsiteY3" fmla="*/ 5871600 h 5871600"/>
              <a:gd name="connsiteX4" fmla="*/ 0 w 6836399"/>
              <a:gd name="connsiteY4" fmla="*/ 5472309 h 5871600"/>
              <a:gd name="connsiteX5" fmla="*/ 6394270 w 6836399"/>
              <a:gd name="connsiteY5" fmla="*/ 5472309 h 58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99" h="5871600">
                <a:moveTo>
                  <a:pt x="6394270" y="0"/>
                </a:moveTo>
                <a:lnTo>
                  <a:pt x="6836399" y="0"/>
                </a:lnTo>
                <a:lnTo>
                  <a:pt x="6836399" y="5871600"/>
                </a:lnTo>
                <a:lnTo>
                  <a:pt x="0" y="5871600"/>
                </a:lnTo>
                <a:lnTo>
                  <a:pt x="0" y="5472309"/>
                </a:lnTo>
                <a:lnTo>
                  <a:pt x="6394270" y="54723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07D230-008F-4AEF-B85C-7515B0F6D9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1" y="2514599"/>
            <a:ext cx="5518504" cy="1581151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HEADING</a:t>
            </a:r>
            <a:br>
              <a:rPr lang="en-US"/>
            </a:br>
            <a:r>
              <a:rPr lang="en-US"/>
              <a:t>[LANGUAGE 02] HEADING</a:t>
            </a:r>
          </a:p>
          <a:p>
            <a:pPr lvl="0"/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9175871-5B8D-4AE9-81C4-CD9DBC2F3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125" y="3863745"/>
            <a:ext cx="5545399" cy="1581151"/>
          </a:xfrm>
        </p:spPr>
        <p:txBody>
          <a:bodyPr anchor="b">
            <a:noAutofit/>
          </a:bodyPr>
          <a:lstStyle>
            <a:lvl1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 cap="none" baseline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[LANGUAGE 01] PRESENTED BY</a:t>
            </a:r>
            <a:br>
              <a:rPr lang="en-US"/>
            </a:br>
            <a:r>
              <a:rPr lang="en-US"/>
              <a:t>[LANGUAGE 02] 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68DB67B-0255-4AE4-AE73-A55D5ED972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264" y="5489455"/>
            <a:ext cx="2439988" cy="711200"/>
          </a:xfrm>
        </p:spPr>
        <p:txBody>
          <a:bodyPr>
            <a:norm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Day Month Year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184268-C1BB-4DEB-A29A-31D6883EB8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8" t="30797" b="31942"/>
          <a:stretch/>
        </p:blipFill>
        <p:spPr>
          <a:xfrm>
            <a:off x="432000" y="828000"/>
            <a:ext cx="5606253" cy="57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2445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384BBB77-E7BF-43D6-AAE9-CFCF730C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/>
          <a:stretch/>
        </p:blipFill>
        <p:spPr>
          <a:xfrm>
            <a:off x="-2" y="695404"/>
            <a:ext cx="10131255" cy="5855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6C16FF-5DEB-4DDC-879E-FA755084B437}"/>
              </a:ext>
            </a:extLst>
          </p:cNvPr>
          <p:cNvSpPr/>
          <p:nvPr userDrawn="1"/>
        </p:nvSpPr>
        <p:spPr>
          <a:xfrm>
            <a:off x="-1" y="307361"/>
            <a:ext cx="9735671" cy="58552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4FABBF2-D53B-4AD9-BE42-76C363D964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0" y="2514599"/>
            <a:ext cx="8823127" cy="158115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thank you</a:t>
            </a:r>
            <a:br>
              <a:rPr lang="en-US"/>
            </a:br>
            <a:r>
              <a:rPr lang="en-US"/>
              <a:t>[LANGUAGE 02] thank you</a:t>
            </a:r>
          </a:p>
          <a:p>
            <a:pPr lvl="0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75D3E6-A34F-4AFE-BE62-5C998BCA5E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8" t="30797" b="31942"/>
          <a:stretch/>
        </p:blipFill>
        <p:spPr>
          <a:xfrm>
            <a:off x="432000" y="828000"/>
            <a:ext cx="5606253" cy="57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673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384BBB77-E7BF-43D6-AAE9-CFCF730C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/>
          <a:stretch/>
        </p:blipFill>
        <p:spPr>
          <a:xfrm>
            <a:off x="-2" y="695404"/>
            <a:ext cx="10131255" cy="5855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6C16FF-5DEB-4DDC-879E-FA755084B437}"/>
              </a:ext>
            </a:extLst>
          </p:cNvPr>
          <p:cNvSpPr/>
          <p:nvPr userDrawn="1"/>
        </p:nvSpPr>
        <p:spPr>
          <a:xfrm>
            <a:off x="-1" y="307361"/>
            <a:ext cx="9735671" cy="58552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98E2A-7F86-49DB-8EE4-FD9551BD28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1" y="2514599"/>
            <a:ext cx="8922518" cy="1581151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DIVIDER HEADING</a:t>
            </a:r>
            <a:br>
              <a:rPr lang="en-US"/>
            </a:br>
            <a:r>
              <a:rPr lang="en-US"/>
              <a:t>[LANGUAGE 02] DIVIDER HEADING</a:t>
            </a:r>
          </a:p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53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384BBB77-E7BF-43D6-AAE9-CFCF730C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/>
          <a:stretch/>
        </p:blipFill>
        <p:spPr>
          <a:xfrm>
            <a:off x="-2" y="695404"/>
            <a:ext cx="10131255" cy="5855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6C16FF-5DEB-4DDC-879E-FA755084B437}"/>
              </a:ext>
            </a:extLst>
          </p:cNvPr>
          <p:cNvSpPr/>
          <p:nvPr userDrawn="1"/>
        </p:nvSpPr>
        <p:spPr>
          <a:xfrm>
            <a:off x="-1" y="307361"/>
            <a:ext cx="9735671" cy="58552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BBFFB-D482-4882-816D-FA04615F3F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1" y="2514599"/>
            <a:ext cx="8942396" cy="1581151"/>
          </a:xfrm>
        </p:spPr>
        <p:txBody>
          <a:bodyPr>
            <a:noAutofit/>
          </a:bodyPr>
          <a:lstStyle>
            <a:lvl1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DIVIDER HEADING</a:t>
            </a:r>
            <a:br>
              <a:rPr lang="en-US"/>
            </a:br>
            <a:r>
              <a:rPr lang="en-US"/>
              <a:t>[LANGUAGE 02] DIVIDER HEADING</a:t>
            </a:r>
          </a:p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601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384BBB77-E7BF-43D6-AAE9-CFCF730C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/>
          <a:stretch/>
        </p:blipFill>
        <p:spPr>
          <a:xfrm>
            <a:off x="-2" y="695404"/>
            <a:ext cx="10131255" cy="58552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6C16FF-5DEB-4DDC-879E-FA755084B437}"/>
              </a:ext>
            </a:extLst>
          </p:cNvPr>
          <p:cNvSpPr/>
          <p:nvPr userDrawn="1"/>
        </p:nvSpPr>
        <p:spPr>
          <a:xfrm>
            <a:off x="-1" y="307361"/>
            <a:ext cx="9735671" cy="58552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01422-3FDF-4C97-844F-CA1ABC75FA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0" y="2514599"/>
            <a:ext cx="8982153" cy="1581151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DIVIDER HEADING</a:t>
            </a:r>
            <a:br>
              <a:rPr lang="en-US"/>
            </a:br>
            <a:r>
              <a:rPr lang="en-US"/>
              <a:t>[LANGUAGE 02] DIVIDER HEADING</a:t>
            </a:r>
          </a:p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971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16A85CE-9886-40DB-A730-2F57F61A82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0292" y="0"/>
            <a:ext cx="12202292" cy="6858000"/>
          </a:xfrm>
          <a:custGeom>
            <a:avLst/>
            <a:gdLst>
              <a:gd name="connsiteX0" fmla="*/ 0 w 12199938"/>
              <a:gd name="connsiteY0" fmla="*/ 0 h 6858000"/>
              <a:gd name="connsiteX1" fmla="*/ 12199938 w 12199938"/>
              <a:gd name="connsiteY1" fmla="*/ 0 h 6858000"/>
              <a:gd name="connsiteX2" fmla="*/ 12199938 w 12199938"/>
              <a:gd name="connsiteY2" fmla="*/ 6858000 h 6858000"/>
              <a:gd name="connsiteX3" fmla="*/ 0 w 12199938"/>
              <a:gd name="connsiteY3" fmla="*/ 6858000 h 6858000"/>
              <a:gd name="connsiteX4" fmla="*/ 0 w 12199938"/>
              <a:gd name="connsiteY4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304800 h 6858000"/>
              <a:gd name="connsiteX5" fmla="*/ 13856 w 12213794"/>
              <a:gd name="connsiteY5" fmla="*/ 0 h 6858000"/>
              <a:gd name="connsiteX0" fmla="*/ 907815 w 13107753"/>
              <a:gd name="connsiteY0" fmla="*/ 0 h 6881203"/>
              <a:gd name="connsiteX1" fmla="*/ 13107753 w 13107753"/>
              <a:gd name="connsiteY1" fmla="*/ 0 h 6881203"/>
              <a:gd name="connsiteX2" fmla="*/ 13107753 w 13107753"/>
              <a:gd name="connsiteY2" fmla="*/ 6858000 h 6881203"/>
              <a:gd name="connsiteX3" fmla="*/ 907815 w 13107753"/>
              <a:gd name="connsiteY3" fmla="*/ 6858000 h 6881203"/>
              <a:gd name="connsiteX4" fmla="*/ 893959 w 13107753"/>
              <a:gd name="connsiteY4" fmla="*/ 6165273 h 6881203"/>
              <a:gd name="connsiteX5" fmla="*/ 893959 w 13107753"/>
              <a:gd name="connsiteY5" fmla="*/ 304800 h 6881203"/>
              <a:gd name="connsiteX6" fmla="*/ 907815 w 13107753"/>
              <a:gd name="connsiteY6" fmla="*/ 0 h 6881203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41565 w 12241503"/>
              <a:gd name="connsiteY0" fmla="*/ 0 h 6858000"/>
              <a:gd name="connsiteX1" fmla="*/ 12241503 w 12241503"/>
              <a:gd name="connsiteY1" fmla="*/ 0 h 6858000"/>
              <a:gd name="connsiteX2" fmla="*/ 12241503 w 12241503"/>
              <a:gd name="connsiteY2" fmla="*/ 6858000 h 6858000"/>
              <a:gd name="connsiteX3" fmla="*/ 41565 w 12241503"/>
              <a:gd name="connsiteY3" fmla="*/ 6858000 h 6858000"/>
              <a:gd name="connsiteX4" fmla="*/ 27709 w 12241503"/>
              <a:gd name="connsiteY4" fmla="*/ 6165273 h 6858000"/>
              <a:gd name="connsiteX5" fmla="*/ 0 w 12241503"/>
              <a:gd name="connsiteY5" fmla="*/ 3810000 h 6858000"/>
              <a:gd name="connsiteX6" fmla="*/ 27709 w 12241503"/>
              <a:gd name="connsiteY6" fmla="*/ 304800 h 6858000"/>
              <a:gd name="connsiteX7" fmla="*/ 41565 w 12241503"/>
              <a:gd name="connsiteY7" fmla="*/ 0 h 6858000"/>
              <a:gd name="connsiteX0" fmla="*/ 41866 w 12241804"/>
              <a:gd name="connsiteY0" fmla="*/ 0 h 6858000"/>
              <a:gd name="connsiteX1" fmla="*/ 12241804 w 12241804"/>
              <a:gd name="connsiteY1" fmla="*/ 0 h 6858000"/>
              <a:gd name="connsiteX2" fmla="*/ 12241804 w 12241804"/>
              <a:gd name="connsiteY2" fmla="*/ 6858000 h 6858000"/>
              <a:gd name="connsiteX3" fmla="*/ 41866 w 12241804"/>
              <a:gd name="connsiteY3" fmla="*/ 6858000 h 6858000"/>
              <a:gd name="connsiteX4" fmla="*/ 28010 w 12241804"/>
              <a:gd name="connsiteY4" fmla="*/ 6165273 h 6858000"/>
              <a:gd name="connsiteX5" fmla="*/ 301 w 12241804"/>
              <a:gd name="connsiteY5" fmla="*/ 3810000 h 6858000"/>
              <a:gd name="connsiteX6" fmla="*/ 14157 w 12241804"/>
              <a:gd name="connsiteY6" fmla="*/ 2202873 h 6858000"/>
              <a:gd name="connsiteX7" fmla="*/ 28010 w 12241804"/>
              <a:gd name="connsiteY7" fmla="*/ 304800 h 6858000"/>
              <a:gd name="connsiteX8" fmla="*/ 41866 w 12241804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13870 w 12213808"/>
              <a:gd name="connsiteY0" fmla="*/ 0 h 6858000"/>
              <a:gd name="connsiteX1" fmla="*/ 12213808 w 12213808"/>
              <a:gd name="connsiteY1" fmla="*/ 0 h 6858000"/>
              <a:gd name="connsiteX2" fmla="*/ 12213808 w 12213808"/>
              <a:gd name="connsiteY2" fmla="*/ 6858000 h 6858000"/>
              <a:gd name="connsiteX3" fmla="*/ 13870 w 12213808"/>
              <a:gd name="connsiteY3" fmla="*/ 6858000 h 6858000"/>
              <a:gd name="connsiteX4" fmla="*/ 14 w 12213808"/>
              <a:gd name="connsiteY4" fmla="*/ 6165273 h 6858000"/>
              <a:gd name="connsiteX5" fmla="*/ 2854051 w 12213808"/>
              <a:gd name="connsiteY5" fmla="*/ 4668981 h 6858000"/>
              <a:gd name="connsiteX6" fmla="*/ 1177652 w 12213808"/>
              <a:gd name="connsiteY6" fmla="*/ 2161310 h 6858000"/>
              <a:gd name="connsiteX7" fmla="*/ 14 w 12213808"/>
              <a:gd name="connsiteY7" fmla="*/ 304800 h 6858000"/>
              <a:gd name="connsiteX8" fmla="*/ 13870 w 1221380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6165273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71024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59521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6697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313950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2292" h="6858000">
                <a:moveTo>
                  <a:pt x="2354" y="0"/>
                </a:moveTo>
                <a:lnTo>
                  <a:pt x="12202292" y="0"/>
                </a:lnTo>
                <a:lnTo>
                  <a:pt x="12202292" y="6858000"/>
                </a:lnTo>
                <a:lnTo>
                  <a:pt x="2354" y="6858000"/>
                </a:lnTo>
                <a:cubicBezTo>
                  <a:pt x="3486" y="6629008"/>
                  <a:pt x="4619" y="6377012"/>
                  <a:pt x="5751" y="6148020"/>
                </a:cubicBezTo>
                <a:lnTo>
                  <a:pt x="6403153" y="6148020"/>
                </a:lnTo>
                <a:cubicBezTo>
                  <a:pt x="6400844" y="5487620"/>
                  <a:pt x="6398536" y="898150"/>
                  <a:pt x="6403154" y="313950"/>
                </a:cubicBezTo>
                <a:lnTo>
                  <a:pt x="0" y="316302"/>
                </a:lnTo>
                <a:cubicBezTo>
                  <a:pt x="785" y="210868"/>
                  <a:pt x="1569" y="105434"/>
                  <a:pt x="235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7380000" rIns="126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/>
              <a:t>To bring in a picture, either: </a:t>
            </a:r>
            <a:br>
              <a:rPr lang="en-GB" sz="1600"/>
            </a:br>
            <a:br>
              <a:rPr lang="en-GB" sz="1600"/>
            </a:br>
            <a:r>
              <a:rPr lang="en-GB" sz="1600"/>
              <a:t>1. Drag it here and crop accordingly using the cropping tool in the picture format ribbon.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Or</a:t>
            </a:r>
            <a:br>
              <a:rPr lang="en-GB" sz="1600"/>
            </a:br>
            <a:br>
              <a:rPr lang="en-GB" sz="1600"/>
            </a:br>
            <a:r>
              <a:rPr lang="en-GB" sz="1600"/>
              <a:t>2. Select this grey box and choose ‘insert picture from file’ from the toolbar or ribbon and crop accordingly using the cropping tool.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Reset the slide to change the image or right-click and select ‘change picture’ to choose an alternative image.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If patterned lines become lost please select the image and ‘send to back’.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377E73-A0A1-E246-8F60-1EEC43399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681321"/>
            <a:ext cx="6836399" cy="5871600"/>
          </a:xfrm>
          <a:custGeom>
            <a:avLst/>
            <a:gdLst>
              <a:gd name="connsiteX0" fmla="*/ 6394270 w 6836399"/>
              <a:gd name="connsiteY0" fmla="*/ 0 h 5871600"/>
              <a:gd name="connsiteX1" fmla="*/ 6836399 w 6836399"/>
              <a:gd name="connsiteY1" fmla="*/ 0 h 5871600"/>
              <a:gd name="connsiteX2" fmla="*/ 6836399 w 6836399"/>
              <a:gd name="connsiteY2" fmla="*/ 5871600 h 5871600"/>
              <a:gd name="connsiteX3" fmla="*/ 0 w 6836399"/>
              <a:gd name="connsiteY3" fmla="*/ 5871600 h 5871600"/>
              <a:gd name="connsiteX4" fmla="*/ 0 w 6836399"/>
              <a:gd name="connsiteY4" fmla="*/ 5472309 h 5871600"/>
              <a:gd name="connsiteX5" fmla="*/ 6394270 w 6836399"/>
              <a:gd name="connsiteY5" fmla="*/ 5472309 h 58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99" h="5871600">
                <a:moveTo>
                  <a:pt x="6394270" y="0"/>
                </a:moveTo>
                <a:lnTo>
                  <a:pt x="6836399" y="0"/>
                </a:lnTo>
                <a:lnTo>
                  <a:pt x="6836399" y="5871600"/>
                </a:lnTo>
                <a:lnTo>
                  <a:pt x="0" y="5871600"/>
                </a:lnTo>
                <a:lnTo>
                  <a:pt x="0" y="5472309"/>
                </a:lnTo>
                <a:lnTo>
                  <a:pt x="6394270" y="54723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DCE90-1B8F-4131-ADD6-18F34140639E}"/>
              </a:ext>
            </a:extLst>
          </p:cNvPr>
          <p:cNvSpPr/>
          <p:nvPr userDrawn="1"/>
        </p:nvSpPr>
        <p:spPr>
          <a:xfrm>
            <a:off x="0" y="307361"/>
            <a:ext cx="6394270" cy="58552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C88A10-BFBF-4D61-81B9-CDA46B6337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1" y="2514599"/>
            <a:ext cx="5518504" cy="1581151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DIVIDER HEADING</a:t>
            </a:r>
            <a:br>
              <a:rPr lang="en-US"/>
            </a:br>
            <a:r>
              <a:rPr lang="en-US"/>
              <a:t>[LANGUAGE 02] DIVIDER HEADING</a:t>
            </a:r>
          </a:p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550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FD55C7E-99FB-42C0-B06B-E7E414E3348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0292" y="0"/>
            <a:ext cx="12202292" cy="6858000"/>
          </a:xfrm>
          <a:custGeom>
            <a:avLst/>
            <a:gdLst>
              <a:gd name="connsiteX0" fmla="*/ 0 w 12199938"/>
              <a:gd name="connsiteY0" fmla="*/ 0 h 6858000"/>
              <a:gd name="connsiteX1" fmla="*/ 12199938 w 12199938"/>
              <a:gd name="connsiteY1" fmla="*/ 0 h 6858000"/>
              <a:gd name="connsiteX2" fmla="*/ 12199938 w 12199938"/>
              <a:gd name="connsiteY2" fmla="*/ 6858000 h 6858000"/>
              <a:gd name="connsiteX3" fmla="*/ 0 w 12199938"/>
              <a:gd name="connsiteY3" fmla="*/ 6858000 h 6858000"/>
              <a:gd name="connsiteX4" fmla="*/ 0 w 12199938"/>
              <a:gd name="connsiteY4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304800 h 6858000"/>
              <a:gd name="connsiteX5" fmla="*/ 13856 w 12213794"/>
              <a:gd name="connsiteY5" fmla="*/ 0 h 6858000"/>
              <a:gd name="connsiteX0" fmla="*/ 907815 w 13107753"/>
              <a:gd name="connsiteY0" fmla="*/ 0 h 6881203"/>
              <a:gd name="connsiteX1" fmla="*/ 13107753 w 13107753"/>
              <a:gd name="connsiteY1" fmla="*/ 0 h 6881203"/>
              <a:gd name="connsiteX2" fmla="*/ 13107753 w 13107753"/>
              <a:gd name="connsiteY2" fmla="*/ 6858000 h 6881203"/>
              <a:gd name="connsiteX3" fmla="*/ 907815 w 13107753"/>
              <a:gd name="connsiteY3" fmla="*/ 6858000 h 6881203"/>
              <a:gd name="connsiteX4" fmla="*/ 893959 w 13107753"/>
              <a:gd name="connsiteY4" fmla="*/ 6165273 h 6881203"/>
              <a:gd name="connsiteX5" fmla="*/ 893959 w 13107753"/>
              <a:gd name="connsiteY5" fmla="*/ 304800 h 6881203"/>
              <a:gd name="connsiteX6" fmla="*/ 907815 w 13107753"/>
              <a:gd name="connsiteY6" fmla="*/ 0 h 6881203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41565 w 12241503"/>
              <a:gd name="connsiteY0" fmla="*/ 0 h 6858000"/>
              <a:gd name="connsiteX1" fmla="*/ 12241503 w 12241503"/>
              <a:gd name="connsiteY1" fmla="*/ 0 h 6858000"/>
              <a:gd name="connsiteX2" fmla="*/ 12241503 w 12241503"/>
              <a:gd name="connsiteY2" fmla="*/ 6858000 h 6858000"/>
              <a:gd name="connsiteX3" fmla="*/ 41565 w 12241503"/>
              <a:gd name="connsiteY3" fmla="*/ 6858000 h 6858000"/>
              <a:gd name="connsiteX4" fmla="*/ 27709 w 12241503"/>
              <a:gd name="connsiteY4" fmla="*/ 6165273 h 6858000"/>
              <a:gd name="connsiteX5" fmla="*/ 0 w 12241503"/>
              <a:gd name="connsiteY5" fmla="*/ 3810000 h 6858000"/>
              <a:gd name="connsiteX6" fmla="*/ 27709 w 12241503"/>
              <a:gd name="connsiteY6" fmla="*/ 304800 h 6858000"/>
              <a:gd name="connsiteX7" fmla="*/ 41565 w 12241503"/>
              <a:gd name="connsiteY7" fmla="*/ 0 h 6858000"/>
              <a:gd name="connsiteX0" fmla="*/ 41866 w 12241804"/>
              <a:gd name="connsiteY0" fmla="*/ 0 h 6858000"/>
              <a:gd name="connsiteX1" fmla="*/ 12241804 w 12241804"/>
              <a:gd name="connsiteY1" fmla="*/ 0 h 6858000"/>
              <a:gd name="connsiteX2" fmla="*/ 12241804 w 12241804"/>
              <a:gd name="connsiteY2" fmla="*/ 6858000 h 6858000"/>
              <a:gd name="connsiteX3" fmla="*/ 41866 w 12241804"/>
              <a:gd name="connsiteY3" fmla="*/ 6858000 h 6858000"/>
              <a:gd name="connsiteX4" fmla="*/ 28010 w 12241804"/>
              <a:gd name="connsiteY4" fmla="*/ 6165273 h 6858000"/>
              <a:gd name="connsiteX5" fmla="*/ 301 w 12241804"/>
              <a:gd name="connsiteY5" fmla="*/ 3810000 h 6858000"/>
              <a:gd name="connsiteX6" fmla="*/ 14157 w 12241804"/>
              <a:gd name="connsiteY6" fmla="*/ 2202873 h 6858000"/>
              <a:gd name="connsiteX7" fmla="*/ 28010 w 12241804"/>
              <a:gd name="connsiteY7" fmla="*/ 304800 h 6858000"/>
              <a:gd name="connsiteX8" fmla="*/ 41866 w 12241804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13870 w 12213808"/>
              <a:gd name="connsiteY0" fmla="*/ 0 h 6858000"/>
              <a:gd name="connsiteX1" fmla="*/ 12213808 w 12213808"/>
              <a:gd name="connsiteY1" fmla="*/ 0 h 6858000"/>
              <a:gd name="connsiteX2" fmla="*/ 12213808 w 12213808"/>
              <a:gd name="connsiteY2" fmla="*/ 6858000 h 6858000"/>
              <a:gd name="connsiteX3" fmla="*/ 13870 w 12213808"/>
              <a:gd name="connsiteY3" fmla="*/ 6858000 h 6858000"/>
              <a:gd name="connsiteX4" fmla="*/ 14 w 12213808"/>
              <a:gd name="connsiteY4" fmla="*/ 6165273 h 6858000"/>
              <a:gd name="connsiteX5" fmla="*/ 2854051 w 12213808"/>
              <a:gd name="connsiteY5" fmla="*/ 4668981 h 6858000"/>
              <a:gd name="connsiteX6" fmla="*/ 1177652 w 12213808"/>
              <a:gd name="connsiteY6" fmla="*/ 2161310 h 6858000"/>
              <a:gd name="connsiteX7" fmla="*/ 14 w 12213808"/>
              <a:gd name="connsiteY7" fmla="*/ 304800 h 6858000"/>
              <a:gd name="connsiteX8" fmla="*/ 13870 w 1221380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6165273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71024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59521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6697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313950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2292" h="6858000">
                <a:moveTo>
                  <a:pt x="2354" y="0"/>
                </a:moveTo>
                <a:lnTo>
                  <a:pt x="12202292" y="0"/>
                </a:lnTo>
                <a:lnTo>
                  <a:pt x="12202292" y="6858000"/>
                </a:lnTo>
                <a:lnTo>
                  <a:pt x="2354" y="6858000"/>
                </a:lnTo>
                <a:cubicBezTo>
                  <a:pt x="3486" y="6629008"/>
                  <a:pt x="4619" y="6377012"/>
                  <a:pt x="5751" y="6148020"/>
                </a:cubicBezTo>
                <a:lnTo>
                  <a:pt x="6403153" y="6148020"/>
                </a:lnTo>
                <a:cubicBezTo>
                  <a:pt x="6400844" y="5487620"/>
                  <a:pt x="6398536" y="898150"/>
                  <a:pt x="6403154" y="313950"/>
                </a:cubicBezTo>
                <a:lnTo>
                  <a:pt x="0" y="316302"/>
                </a:lnTo>
                <a:cubicBezTo>
                  <a:pt x="785" y="210868"/>
                  <a:pt x="1569" y="105434"/>
                  <a:pt x="235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7380000" rIns="126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/>
              <a:t>To bring in a picture, either: </a:t>
            </a:r>
            <a:br>
              <a:rPr lang="en-GB" sz="1600"/>
            </a:br>
            <a:br>
              <a:rPr lang="en-GB" sz="1600"/>
            </a:br>
            <a:r>
              <a:rPr lang="en-GB" sz="1600"/>
              <a:t>1. Drag it here and crop accordingly using the cropping tool in the picture format ribbon.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Or</a:t>
            </a:r>
            <a:br>
              <a:rPr lang="en-GB" sz="1600"/>
            </a:br>
            <a:br>
              <a:rPr lang="en-GB" sz="1600"/>
            </a:br>
            <a:r>
              <a:rPr lang="en-GB" sz="1600"/>
              <a:t>2. Select this grey box and choose ‘insert picture from file’ from the toolbar or ribbon and crop accordingly using the cropping tool.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Reset the slide to change the image or right-click and select ‘change picture’ to choose an alternative image.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If patterned lines become lost please select the image and ‘send to back’.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D8BB02-D5EC-DC45-AD84-135AE473E1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681321"/>
            <a:ext cx="6836399" cy="5871600"/>
          </a:xfrm>
          <a:custGeom>
            <a:avLst/>
            <a:gdLst>
              <a:gd name="connsiteX0" fmla="*/ 6394270 w 6836399"/>
              <a:gd name="connsiteY0" fmla="*/ 0 h 5871600"/>
              <a:gd name="connsiteX1" fmla="*/ 6836399 w 6836399"/>
              <a:gd name="connsiteY1" fmla="*/ 0 h 5871600"/>
              <a:gd name="connsiteX2" fmla="*/ 6836399 w 6836399"/>
              <a:gd name="connsiteY2" fmla="*/ 5871600 h 5871600"/>
              <a:gd name="connsiteX3" fmla="*/ 0 w 6836399"/>
              <a:gd name="connsiteY3" fmla="*/ 5871600 h 5871600"/>
              <a:gd name="connsiteX4" fmla="*/ 0 w 6836399"/>
              <a:gd name="connsiteY4" fmla="*/ 5472309 h 5871600"/>
              <a:gd name="connsiteX5" fmla="*/ 6394270 w 6836399"/>
              <a:gd name="connsiteY5" fmla="*/ 5472309 h 58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99" h="5871600">
                <a:moveTo>
                  <a:pt x="6394270" y="0"/>
                </a:moveTo>
                <a:lnTo>
                  <a:pt x="6836399" y="0"/>
                </a:lnTo>
                <a:lnTo>
                  <a:pt x="6836399" y="5871600"/>
                </a:lnTo>
                <a:lnTo>
                  <a:pt x="0" y="5871600"/>
                </a:lnTo>
                <a:lnTo>
                  <a:pt x="0" y="5472309"/>
                </a:lnTo>
                <a:lnTo>
                  <a:pt x="6394270" y="54723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DCE90-1B8F-4131-ADD6-18F34140639E}"/>
              </a:ext>
            </a:extLst>
          </p:cNvPr>
          <p:cNvSpPr/>
          <p:nvPr userDrawn="1"/>
        </p:nvSpPr>
        <p:spPr>
          <a:xfrm>
            <a:off x="0" y="307361"/>
            <a:ext cx="6394270" cy="5855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C88A10-BFBF-4D61-81B9-CDA46B6337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1" y="2514599"/>
            <a:ext cx="5518504" cy="1581151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ysClr val="windowText" lastClr="000000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ysClr val="windowText" lastClr="000000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DIVIDER HEADING</a:t>
            </a:r>
            <a:br>
              <a:rPr lang="en-US"/>
            </a:br>
            <a:r>
              <a:rPr lang="en-US"/>
              <a:t>[LANGUAGE 02] DIVIDER HEADING</a:t>
            </a:r>
          </a:p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494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97AE05E5-FDEE-4D3C-A7F9-905F649EA6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0292" y="0"/>
            <a:ext cx="12202292" cy="6858000"/>
          </a:xfrm>
          <a:custGeom>
            <a:avLst/>
            <a:gdLst>
              <a:gd name="connsiteX0" fmla="*/ 0 w 12199938"/>
              <a:gd name="connsiteY0" fmla="*/ 0 h 6858000"/>
              <a:gd name="connsiteX1" fmla="*/ 12199938 w 12199938"/>
              <a:gd name="connsiteY1" fmla="*/ 0 h 6858000"/>
              <a:gd name="connsiteX2" fmla="*/ 12199938 w 12199938"/>
              <a:gd name="connsiteY2" fmla="*/ 6858000 h 6858000"/>
              <a:gd name="connsiteX3" fmla="*/ 0 w 12199938"/>
              <a:gd name="connsiteY3" fmla="*/ 6858000 h 6858000"/>
              <a:gd name="connsiteX4" fmla="*/ 0 w 12199938"/>
              <a:gd name="connsiteY4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304800 h 6858000"/>
              <a:gd name="connsiteX5" fmla="*/ 13856 w 12213794"/>
              <a:gd name="connsiteY5" fmla="*/ 0 h 6858000"/>
              <a:gd name="connsiteX0" fmla="*/ 907815 w 13107753"/>
              <a:gd name="connsiteY0" fmla="*/ 0 h 6881203"/>
              <a:gd name="connsiteX1" fmla="*/ 13107753 w 13107753"/>
              <a:gd name="connsiteY1" fmla="*/ 0 h 6881203"/>
              <a:gd name="connsiteX2" fmla="*/ 13107753 w 13107753"/>
              <a:gd name="connsiteY2" fmla="*/ 6858000 h 6881203"/>
              <a:gd name="connsiteX3" fmla="*/ 907815 w 13107753"/>
              <a:gd name="connsiteY3" fmla="*/ 6858000 h 6881203"/>
              <a:gd name="connsiteX4" fmla="*/ 893959 w 13107753"/>
              <a:gd name="connsiteY4" fmla="*/ 6165273 h 6881203"/>
              <a:gd name="connsiteX5" fmla="*/ 893959 w 13107753"/>
              <a:gd name="connsiteY5" fmla="*/ 304800 h 6881203"/>
              <a:gd name="connsiteX6" fmla="*/ 907815 w 13107753"/>
              <a:gd name="connsiteY6" fmla="*/ 0 h 6881203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15588 w 12215526"/>
              <a:gd name="connsiteY0" fmla="*/ 0 h 6858000"/>
              <a:gd name="connsiteX1" fmla="*/ 12215526 w 12215526"/>
              <a:gd name="connsiteY1" fmla="*/ 0 h 6858000"/>
              <a:gd name="connsiteX2" fmla="*/ 12215526 w 12215526"/>
              <a:gd name="connsiteY2" fmla="*/ 6858000 h 6858000"/>
              <a:gd name="connsiteX3" fmla="*/ 15588 w 12215526"/>
              <a:gd name="connsiteY3" fmla="*/ 6858000 h 6858000"/>
              <a:gd name="connsiteX4" fmla="*/ 1732 w 12215526"/>
              <a:gd name="connsiteY4" fmla="*/ 6165273 h 6858000"/>
              <a:gd name="connsiteX5" fmla="*/ 1732 w 12215526"/>
              <a:gd name="connsiteY5" fmla="*/ 304800 h 6858000"/>
              <a:gd name="connsiteX6" fmla="*/ 15588 w 12215526"/>
              <a:gd name="connsiteY6" fmla="*/ 0 h 6858000"/>
              <a:gd name="connsiteX0" fmla="*/ 41565 w 12241503"/>
              <a:gd name="connsiteY0" fmla="*/ 0 h 6858000"/>
              <a:gd name="connsiteX1" fmla="*/ 12241503 w 12241503"/>
              <a:gd name="connsiteY1" fmla="*/ 0 h 6858000"/>
              <a:gd name="connsiteX2" fmla="*/ 12241503 w 12241503"/>
              <a:gd name="connsiteY2" fmla="*/ 6858000 h 6858000"/>
              <a:gd name="connsiteX3" fmla="*/ 41565 w 12241503"/>
              <a:gd name="connsiteY3" fmla="*/ 6858000 h 6858000"/>
              <a:gd name="connsiteX4" fmla="*/ 27709 w 12241503"/>
              <a:gd name="connsiteY4" fmla="*/ 6165273 h 6858000"/>
              <a:gd name="connsiteX5" fmla="*/ 0 w 12241503"/>
              <a:gd name="connsiteY5" fmla="*/ 3810000 h 6858000"/>
              <a:gd name="connsiteX6" fmla="*/ 27709 w 12241503"/>
              <a:gd name="connsiteY6" fmla="*/ 304800 h 6858000"/>
              <a:gd name="connsiteX7" fmla="*/ 41565 w 12241503"/>
              <a:gd name="connsiteY7" fmla="*/ 0 h 6858000"/>
              <a:gd name="connsiteX0" fmla="*/ 41866 w 12241804"/>
              <a:gd name="connsiteY0" fmla="*/ 0 h 6858000"/>
              <a:gd name="connsiteX1" fmla="*/ 12241804 w 12241804"/>
              <a:gd name="connsiteY1" fmla="*/ 0 h 6858000"/>
              <a:gd name="connsiteX2" fmla="*/ 12241804 w 12241804"/>
              <a:gd name="connsiteY2" fmla="*/ 6858000 h 6858000"/>
              <a:gd name="connsiteX3" fmla="*/ 41866 w 12241804"/>
              <a:gd name="connsiteY3" fmla="*/ 6858000 h 6858000"/>
              <a:gd name="connsiteX4" fmla="*/ 28010 w 12241804"/>
              <a:gd name="connsiteY4" fmla="*/ 6165273 h 6858000"/>
              <a:gd name="connsiteX5" fmla="*/ 301 w 12241804"/>
              <a:gd name="connsiteY5" fmla="*/ 3810000 h 6858000"/>
              <a:gd name="connsiteX6" fmla="*/ 14157 w 12241804"/>
              <a:gd name="connsiteY6" fmla="*/ 2202873 h 6858000"/>
              <a:gd name="connsiteX7" fmla="*/ 28010 w 12241804"/>
              <a:gd name="connsiteY7" fmla="*/ 304800 h 6858000"/>
              <a:gd name="connsiteX8" fmla="*/ 41866 w 12241804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41569 w 12241507"/>
              <a:gd name="connsiteY0" fmla="*/ 0 h 6858000"/>
              <a:gd name="connsiteX1" fmla="*/ 12241507 w 12241507"/>
              <a:gd name="connsiteY1" fmla="*/ 0 h 6858000"/>
              <a:gd name="connsiteX2" fmla="*/ 12241507 w 12241507"/>
              <a:gd name="connsiteY2" fmla="*/ 6858000 h 6858000"/>
              <a:gd name="connsiteX3" fmla="*/ 41569 w 12241507"/>
              <a:gd name="connsiteY3" fmla="*/ 6858000 h 6858000"/>
              <a:gd name="connsiteX4" fmla="*/ 27713 w 12241507"/>
              <a:gd name="connsiteY4" fmla="*/ 6165273 h 6858000"/>
              <a:gd name="connsiteX5" fmla="*/ 4 w 12241507"/>
              <a:gd name="connsiteY5" fmla="*/ 3810000 h 6858000"/>
              <a:gd name="connsiteX6" fmla="*/ 1205351 w 12241507"/>
              <a:gd name="connsiteY6" fmla="*/ 2161310 h 6858000"/>
              <a:gd name="connsiteX7" fmla="*/ 27713 w 12241507"/>
              <a:gd name="connsiteY7" fmla="*/ 304800 h 6858000"/>
              <a:gd name="connsiteX8" fmla="*/ 41569 w 12241507"/>
              <a:gd name="connsiteY8" fmla="*/ 0 h 6858000"/>
              <a:gd name="connsiteX0" fmla="*/ 13870 w 12213808"/>
              <a:gd name="connsiteY0" fmla="*/ 0 h 6858000"/>
              <a:gd name="connsiteX1" fmla="*/ 12213808 w 12213808"/>
              <a:gd name="connsiteY1" fmla="*/ 0 h 6858000"/>
              <a:gd name="connsiteX2" fmla="*/ 12213808 w 12213808"/>
              <a:gd name="connsiteY2" fmla="*/ 6858000 h 6858000"/>
              <a:gd name="connsiteX3" fmla="*/ 13870 w 12213808"/>
              <a:gd name="connsiteY3" fmla="*/ 6858000 h 6858000"/>
              <a:gd name="connsiteX4" fmla="*/ 14 w 12213808"/>
              <a:gd name="connsiteY4" fmla="*/ 6165273 h 6858000"/>
              <a:gd name="connsiteX5" fmla="*/ 2854051 w 12213808"/>
              <a:gd name="connsiteY5" fmla="*/ 4668981 h 6858000"/>
              <a:gd name="connsiteX6" fmla="*/ 1177652 w 12213808"/>
              <a:gd name="connsiteY6" fmla="*/ 2161310 h 6858000"/>
              <a:gd name="connsiteX7" fmla="*/ 14 w 12213808"/>
              <a:gd name="connsiteY7" fmla="*/ 304800 h 6858000"/>
              <a:gd name="connsiteX8" fmla="*/ 13870 w 1221380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1177662 w 12213818"/>
              <a:gd name="connsiteY6" fmla="*/ 216131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2452280 w 12213818"/>
              <a:gd name="connsiteY6" fmla="*/ 1676400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4502753 w 12213818"/>
              <a:gd name="connsiteY6" fmla="*/ 928254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374073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80 w 12213818"/>
              <a:gd name="connsiteY0" fmla="*/ 0 h 6858000"/>
              <a:gd name="connsiteX1" fmla="*/ 12213818 w 12213818"/>
              <a:gd name="connsiteY1" fmla="*/ 0 h 6858000"/>
              <a:gd name="connsiteX2" fmla="*/ 12213818 w 12213818"/>
              <a:gd name="connsiteY2" fmla="*/ 6858000 h 6858000"/>
              <a:gd name="connsiteX3" fmla="*/ 13880 w 12213818"/>
              <a:gd name="connsiteY3" fmla="*/ 6858000 h 6858000"/>
              <a:gd name="connsiteX4" fmla="*/ 24 w 12213818"/>
              <a:gd name="connsiteY4" fmla="*/ 6165273 h 6858000"/>
              <a:gd name="connsiteX5" fmla="*/ 2854061 w 12213818"/>
              <a:gd name="connsiteY5" fmla="*/ 4668981 h 6858000"/>
              <a:gd name="connsiteX6" fmla="*/ 6414680 w 12213818"/>
              <a:gd name="connsiteY6" fmla="*/ 290946 h 6858000"/>
              <a:gd name="connsiteX7" fmla="*/ 24 w 12213818"/>
              <a:gd name="connsiteY7" fmla="*/ 304800 h 6858000"/>
              <a:gd name="connsiteX8" fmla="*/ 13880 w 12213818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64 w 12213802"/>
              <a:gd name="connsiteY0" fmla="*/ 0 h 6858000"/>
              <a:gd name="connsiteX1" fmla="*/ 12213802 w 12213802"/>
              <a:gd name="connsiteY1" fmla="*/ 0 h 6858000"/>
              <a:gd name="connsiteX2" fmla="*/ 12213802 w 12213802"/>
              <a:gd name="connsiteY2" fmla="*/ 6858000 h 6858000"/>
              <a:gd name="connsiteX3" fmla="*/ 13864 w 12213802"/>
              <a:gd name="connsiteY3" fmla="*/ 6858000 h 6858000"/>
              <a:gd name="connsiteX4" fmla="*/ 8 w 12213802"/>
              <a:gd name="connsiteY4" fmla="*/ 6165273 h 6858000"/>
              <a:gd name="connsiteX5" fmla="*/ 6414663 w 12213802"/>
              <a:gd name="connsiteY5" fmla="*/ 6165272 h 6858000"/>
              <a:gd name="connsiteX6" fmla="*/ 6414664 w 12213802"/>
              <a:gd name="connsiteY6" fmla="*/ 290946 h 6858000"/>
              <a:gd name="connsiteX7" fmla="*/ 8 w 12213802"/>
              <a:gd name="connsiteY7" fmla="*/ 304800 h 6858000"/>
              <a:gd name="connsiteX8" fmla="*/ 13864 w 12213802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0 w 12213794"/>
              <a:gd name="connsiteY4" fmla="*/ 6165273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71024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65272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59521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53771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0946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296697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13856 w 12213794"/>
              <a:gd name="connsiteY0" fmla="*/ 0 h 6858000"/>
              <a:gd name="connsiteX1" fmla="*/ 12213794 w 12213794"/>
              <a:gd name="connsiteY1" fmla="*/ 0 h 6858000"/>
              <a:gd name="connsiteX2" fmla="*/ 12213794 w 12213794"/>
              <a:gd name="connsiteY2" fmla="*/ 6858000 h 6858000"/>
              <a:gd name="connsiteX3" fmla="*/ 13856 w 12213794"/>
              <a:gd name="connsiteY3" fmla="*/ 6858000 h 6858000"/>
              <a:gd name="connsiteX4" fmla="*/ 17253 w 12213794"/>
              <a:gd name="connsiteY4" fmla="*/ 6148020 h 6858000"/>
              <a:gd name="connsiteX5" fmla="*/ 6414655 w 12213794"/>
              <a:gd name="connsiteY5" fmla="*/ 6148020 h 6858000"/>
              <a:gd name="connsiteX6" fmla="*/ 6414656 w 12213794"/>
              <a:gd name="connsiteY6" fmla="*/ 313950 h 6858000"/>
              <a:gd name="connsiteX7" fmla="*/ 0 w 12213794"/>
              <a:gd name="connsiteY7" fmla="*/ 304800 h 6858000"/>
              <a:gd name="connsiteX8" fmla="*/ 13856 w 12213794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  <a:gd name="connsiteX0" fmla="*/ 2354 w 12202292"/>
              <a:gd name="connsiteY0" fmla="*/ 0 h 6858000"/>
              <a:gd name="connsiteX1" fmla="*/ 12202292 w 12202292"/>
              <a:gd name="connsiteY1" fmla="*/ 0 h 6858000"/>
              <a:gd name="connsiteX2" fmla="*/ 12202292 w 12202292"/>
              <a:gd name="connsiteY2" fmla="*/ 6858000 h 6858000"/>
              <a:gd name="connsiteX3" fmla="*/ 2354 w 12202292"/>
              <a:gd name="connsiteY3" fmla="*/ 6858000 h 6858000"/>
              <a:gd name="connsiteX4" fmla="*/ 5751 w 12202292"/>
              <a:gd name="connsiteY4" fmla="*/ 6148020 h 6858000"/>
              <a:gd name="connsiteX5" fmla="*/ 6403153 w 12202292"/>
              <a:gd name="connsiteY5" fmla="*/ 6148020 h 6858000"/>
              <a:gd name="connsiteX6" fmla="*/ 6403154 w 12202292"/>
              <a:gd name="connsiteY6" fmla="*/ 313950 h 6858000"/>
              <a:gd name="connsiteX7" fmla="*/ 0 w 12202292"/>
              <a:gd name="connsiteY7" fmla="*/ 316302 h 6858000"/>
              <a:gd name="connsiteX8" fmla="*/ 2354 w 1220229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2292" h="6858000">
                <a:moveTo>
                  <a:pt x="2354" y="0"/>
                </a:moveTo>
                <a:lnTo>
                  <a:pt x="12202292" y="0"/>
                </a:lnTo>
                <a:lnTo>
                  <a:pt x="12202292" y="6858000"/>
                </a:lnTo>
                <a:lnTo>
                  <a:pt x="2354" y="6858000"/>
                </a:lnTo>
                <a:cubicBezTo>
                  <a:pt x="3486" y="6629008"/>
                  <a:pt x="4619" y="6377012"/>
                  <a:pt x="5751" y="6148020"/>
                </a:cubicBezTo>
                <a:lnTo>
                  <a:pt x="6403153" y="6148020"/>
                </a:lnTo>
                <a:cubicBezTo>
                  <a:pt x="6400844" y="5487620"/>
                  <a:pt x="6398536" y="898150"/>
                  <a:pt x="6403154" y="313950"/>
                </a:cubicBezTo>
                <a:lnTo>
                  <a:pt x="0" y="316302"/>
                </a:lnTo>
                <a:cubicBezTo>
                  <a:pt x="785" y="210868"/>
                  <a:pt x="1569" y="105434"/>
                  <a:pt x="235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7380000" rIns="126000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/>
              <a:t>To bring in a picture, either: </a:t>
            </a:r>
            <a:br>
              <a:rPr lang="en-GB" sz="1600"/>
            </a:br>
            <a:br>
              <a:rPr lang="en-GB" sz="1600"/>
            </a:br>
            <a:r>
              <a:rPr lang="en-GB" sz="1600"/>
              <a:t>1. Drag it here and crop accordingly using the cropping tool in the picture format ribbon.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Or</a:t>
            </a:r>
            <a:br>
              <a:rPr lang="en-GB" sz="1600"/>
            </a:br>
            <a:br>
              <a:rPr lang="en-GB" sz="1600"/>
            </a:br>
            <a:r>
              <a:rPr lang="en-GB" sz="1600"/>
              <a:t>2. Select this grey box and choose ‘insert picture from file’ from the toolbar or ribbon and crop accordingly using the cropping tool.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Reset the slide to change the image or right-click and select ‘change picture’ to choose an alternative image.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If patterned lines become lost please select the image and ‘send to back’.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1E4474-6293-DB49-95A0-B845C758EC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681321"/>
            <a:ext cx="6836399" cy="5871600"/>
          </a:xfrm>
          <a:custGeom>
            <a:avLst/>
            <a:gdLst>
              <a:gd name="connsiteX0" fmla="*/ 6394270 w 6836399"/>
              <a:gd name="connsiteY0" fmla="*/ 0 h 5871600"/>
              <a:gd name="connsiteX1" fmla="*/ 6836399 w 6836399"/>
              <a:gd name="connsiteY1" fmla="*/ 0 h 5871600"/>
              <a:gd name="connsiteX2" fmla="*/ 6836399 w 6836399"/>
              <a:gd name="connsiteY2" fmla="*/ 5871600 h 5871600"/>
              <a:gd name="connsiteX3" fmla="*/ 0 w 6836399"/>
              <a:gd name="connsiteY3" fmla="*/ 5871600 h 5871600"/>
              <a:gd name="connsiteX4" fmla="*/ 0 w 6836399"/>
              <a:gd name="connsiteY4" fmla="*/ 5472309 h 5871600"/>
              <a:gd name="connsiteX5" fmla="*/ 6394270 w 6836399"/>
              <a:gd name="connsiteY5" fmla="*/ 5472309 h 58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99" h="5871600">
                <a:moveTo>
                  <a:pt x="6394270" y="0"/>
                </a:moveTo>
                <a:lnTo>
                  <a:pt x="6836399" y="0"/>
                </a:lnTo>
                <a:lnTo>
                  <a:pt x="6836399" y="5871600"/>
                </a:lnTo>
                <a:lnTo>
                  <a:pt x="0" y="5871600"/>
                </a:lnTo>
                <a:lnTo>
                  <a:pt x="0" y="5472309"/>
                </a:lnTo>
                <a:lnTo>
                  <a:pt x="6394270" y="547230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DCE90-1B8F-4131-ADD6-18F34140639E}"/>
              </a:ext>
            </a:extLst>
          </p:cNvPr>
          <p:cNvSpPr/>
          <p:nvPr userDrawn="1"/>
        </p:nvSpPr>
        <p:spPr>
          <a:xfrm>
            <a:off x="0" y="307361"/>
            <a:ext cx="6394270" cy="585523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C88A10-BFBF-4D61-81B9-CDA46B6337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21" y="2514599"/>
            <a:ext cx="5518504" cy="1581151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tx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cap="all" baseline="0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/>
              <a:t>[LANGUAGE 01] DIVIDER HEADING</a:t>
            </a:r>
            <a:br>
              <a:rPr lang="en-US"/>
            </a:br>
            <a:r>
              <a:rPr lang="en-US"/>
              <a:t>[LANGUAGE 02] DIVIDER HEADING</a:t>
            </a:r>
          </a:p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233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70767-A3A9-44BF-AD07-EFAAE74590D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264" y="2520000"/>
            <a:ext cx="4087811" cy="3663951"/>
          </a:xfrm>
        </p:spPr>
        <p:txBody>
          <a:bodyPr/>
          <a:lstStyle>
            <a:lvl1pPr marL="172800" indent="-173038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n-lt"/>
                <a:ea typeface="Source Han Sans CN Bold" panose="020B0800000000000000" pitchFamily="34" charset="-128"/>
              </a:defRPr>
            </a:lvl1pPr>
            <a:lvl2pPr marL="357188" marR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5000"/>
              <a:buFont typeface="System Font Regular"/>
              <a:buChar char="○"/>
              <a:tabLst/>
              <a:defRPr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2pPr>
            <a:lvl3pPr marL="496800" indent="-140400">
              <a:buFont typeface="Arial" panose="020B0604020202020204" pitchFamily="34" charset="0"/>
              <a:buChar char="•"/>
              <a:tabLst/>
              <a:defRPr sz="120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3pPr>
            <a:lvl4pPr marL="622800" indent="-129600">
              <a:spcBef>
                <a:spcPts val="400"/>
              </a:spcBef>
              <a:spcAft>
                <a:spcPts val="400"/>
              </a:spcAft>
              <a:buFont typeface="System Font Regular"/>
              <a:buChar char="-"/>
              <a:defRPr sz="105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4pPr>
            <a:lvl5pPr marL="756000" indent="-1332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Language 01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8379-7B63-422E-9CF0-A8CFF916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3F313-9DF3-482D-ABDF-F2DCED24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AA9EE6A-EC21-4BEE-9165-82C9D8C2AF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264" y="449264"/>
            <a:ext cx="11291886" cy="158115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none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[HEADING IN LANGUAGE 01] </a:t>
            </a:r>
            <a:br>
              <a:rPr lang="en-US"/>
            </a:br>
            <a:r>
              <a:rPr lang="en-US"/>
              <a:t>[HEADING IN LANGUAGE 02]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C28088-3645-40E0-BEEE-60C18730604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537075" y="2520000"/>
            <a:ext cx="4087811" cy="3663951"/>
          </a:xfrm>
        </p:spPr>
        <p:txBody>
          <a:bodyPr/>
          <a:lstStyle>
            <a:lvl1pPr marL="172800" indent="-173038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n-lt"/>
                <a:ea typeface="Source Han Sans CN Bold" panose="020B0800000000000000" pitchFamily="34" charset="-128"/>
              </a:defRPr>
            </a:lvl1pPr>
            <a:lvl2pPr marL="357188" marR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5000"/>
              <a:buFont typeface="System Font Regular"/>
              <a:buChar char="○"/>
              <a:tabLst/>
              <a:defRPr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2pPr>
            <a:lvl3pPr marL="496800" indent="-140400">
              <a:buFont typeface="Arial" panose="020B0604020202020204" pitchFamily="34" charset="0"/>
              <a:buChar char="•"/>
              <a:tabLst/>
              <a:defRPr sz="120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3pPr>
            <a:lvl4pPr marL="622800" indent="-129600">
              <a:spcBef>
                <a:spcPts val="400"/>
              </a:spcBef>
              <a:spcAft>
                <a:spcPts val="400"/>
              </a:spcAft>
              <a:buFont typeface="System Font Regular"/>
              <a:buChar char="-"/>
              <a:defRPr sz="105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4pPr>
            <a:lvl5pPr marL="756000" indent="-1332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Language 02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618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8379-7B63-422E-9CF0-A8CFF916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3F313-9DF3-482D-ABDF-F2DCED24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3D3D1DE-483F-4830-B5DF-49AB70E451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264" y="449264"/>
            <a:ext cx="11291886" cy="88257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 b="1" cap="all" baseline="0">
                <a:solidFill>
                  <a:schemeClr val="bg2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635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j-lt"/>
              </a:defRPr>
            </a:lvl2pPr>
          </a:lstStyle>
          <a:p>
            <a:pPr lvl="0"/>
            <a:r>
              <a:rPr lang="en-US"/>
              <a:t>[HEADING IN LANGUAGE 01] </a:t>
            </a:r>
            <a:br>
              <a:rPr lang="en-US"/>
            </a:br>
            <a:r>
              <a:rPr lang="en-US"/>
              <a:t>[HEADING IN LANGUAGE 02]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0376E-215B-4B65-94E2-73BB55F1CD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9263" y="1481138"/>
            <a:ext cx="6969124" cy="4419600"/>
          </a:xfrm>
        </p:spPr>
        <p:txBody>
          <a:bodyPr/>
          <a:lstStyle/>
          <a:p>
            <a:pPr lvl="0"/>
            <a:r>
              <a:rPr lang="en-US"/>
              <a:t>[Language 01] Level 1 Body copy (16pt / single line) </a:t>
            </a:r>
            <a:br>
              <a:rPr lang="en-US"/>
            </a:br>
            <a:r>
              <a:rPr lang="en-US"/>
              <a:t>[Language 02]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2009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a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8379-7B63-422E-9CF0-A8CFF916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3F313-9DF3-482D-ABDF-F2DCED24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BA86C9F-94D0-4A27-9798-FCA8FAD2FE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264" y="449265"/>
            <a:ext cx="11291886" cy="103187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 b="1" cap="all" baseline="0">
                <a:solidFill>
                  <a:schemeClr val="bg1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635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[HEADING IN LANGUAGE 01] </a:t>
            </a:r>
            <a:br>
              <a:rPr lang="en-US"/>
            </a:br>
            <a:r>
              <a:rPr lang="en-US"/>
              <a:t>[HEADING IN LANGUAGE 02]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9854EEF-BA91-43D0-82A5-569E82A829F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9263" y="1481138"/>
            <a:ext cx="6969124" cy="441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[Language 01] Level 1 Body copy (16pt / single line) </a:t>
            </a:r>
            <a:br>
              <a:rPr lang="en-US"/>
            </a:br>
            <a:r>
              <a:rPr lang="en-US"/>
              <a:t>[Language 02]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422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650A123-B096-4A63-98F0-889EF69F74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64" y="449264"/>
            <a:ext cx="11291886" cy="1031873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j-lt"/>
              </a:defRPr>
            </a:lvl2pPr>
          </a:lstStyle>
          <a:p>
            <a:pPr lvl="0"/>
            <a:r>
              <a:rPr lang="en-US"/>
              <a:t>[HEADING IN LANGUAGE 01] </a:t>
            </a:r>
            <a:br>
              <a:rPr lang="en-US"/>
            </a:br>
            <a:r>
              <a:rPr lang="en-US"/>
              <a:t>[HEADING IN LANGUAGE 02]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9FABA8-A05E-4FFB-B025-C8A5BB6A26B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9263" y="1481138"/>
            <a:ext cx="5529262" cy="4419600"/>
          </a:xfrm>
        </p:spPr>
        <p:txBody>
          <a:bodyPr/>
          <a:lstStyle/>
          <a:p>
            <a:pPr lvl="0"/>
            <a:r>
              <a:rPr lang="en-US"/>
              <a:t>[Language 01]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35CBDB-CA27-4C45-AEE7-13AA7F641ED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33319" y="1481138"/>
            <a:ext cx="5529262" cy="4419600"/>
          </a:xfrm>
        </p:spPr>
        <p:txBody>
          <a:bodyPr/>
          <a:lstStyle/>
          <a:p>
            <a:pPr lvl="0"/>
            <a:r>
              <a:rPr lang="en-US"/>
              <a:t>[Language 02]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5062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9EC90C-5C9B-406A-A83D-CD08D99B79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1888" y="0"/>
            <a:ext cx="5980112" cy="6858000"/>
          </a:xfrm>
          <a:solidFill>
            <a:srgbClr val="FAF5ED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B2F4A41-C1F7-4170-8084-C463794FDF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264" y="449265"/>
            <a:ext cx="5529262" cy="35755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all" baseline="0">
                <a:solidFill>
                  <a:schemeClr val="bg2"/>
                </a:solidFill>
                <a:latin typeface="+mn-lt"/>
              </a:defRPr>
            </a:lvl2pPr>
            <a:lvl3pPr marL="356400" indent="-180000">
              <a:buFont typeface="Arial" panose="020B0604020202020204" pitchFamily="34" charset="0"/>
              <a:buChar char="•"/>
              <a:tabLst/>
              <a:defRPr sz="1600">
                <a:latin typeface="+mn-lt"/>
              </a:defRPr>
            </a:lvl3pPr>
            <a:lvl4pPr marL="496800" indent="-140400">
              <a:buSzPct val="75000"/>
              <a:buFont typeface="System Font Regular"/>
              <a:buChar char="○"/>
              <a:tabLst/>
              <a:defRPr sz="1400">
                <a:latin typeface="+mn-lt"/>
              </a:defRPr>
            </a:lvl4pPr>
            <a:lvl5pPr marL="622800" indent="-129600">
              <a:buFont typeface="System Font Regular"/>
              <a:buChar char="-"/>
              <a:tabLst/>
              <a:defRPr sz="1200">
                <a:latin typeface="+mn-lt"/>
              </a:defRPr>
            </a:lvl5pPr>
          </a:lstStyle>
          <a:p>
            <a:pPr lvl="0"/>
            <a:r>
              <a:rPr lang="en-US"/>
              <a:t>[Heading in LANGUAGE 01]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51C2F64-260E-B244-8C78-551460AF21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746" y="3465888"/>
            <a:ext cx="5529262" cy="35755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all" baseline="0">
                <a:solidFill>
                  <a:schemeClr val="bg2"/>
                </a:solidFill>
                <a:latin typeface="+mn-lt"/>
              </a:defRPr>
            </a:lvl2pPr>
            <a:lvl3pPr marL="356400" indent="-180000">
              <a:buFont typeface="Arial" panose="020B0604020202020204" pitchFamily="34" charset="0"/>
              <a:buChar char="•"/>
              <a:tabLst/>
              <a:defRPr sz="1600">
                <a:latin typeface="+mn-lt"/>
              </a:defRPr>
            </a:lvl3pPr>
            <a:lvl4pPr marL="496800" indent="-140400">
              <a:buSzPct val="75000"/>
              <a:buFont typeface="System Font Regular"/>
              <a:buChar char="○"/>
              <a:tabLst/>
              <a:defRPr sz="1400">
                <a:latin typeface="+mn-lt"/>
              </a:defRPr>
            </a:lvl4pPr>
            <a:lvl5pPr marL="622800" indent="-129600">
              <a:buFont typeface="System Font Regular"/>
              <a:buChar char="-"/>
              <a:tabLst/>
              <a:defRPr sz="1200">
                <a:latin typeface="+mn-lt"/>
              </a:defRPr>
            </a:lvl5pPr>
          </a:lstStyle>
          <a:p>
            <a:pPr lvl="0"/>
            <a:r>
              <a:rPr lang="en-US"/>
              <a:t>[Heading in LANGUAGE 02]</a:t>
            </a:r>
          </a:p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1408-3B87-4744-92A3-FFE1B90E55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500" y="881063"/>
            <a:ext cx="5546725" cy="2433637"/>
          </a:xfrm>
        </p:spPr>
        <p:txBody>
          <a:bodyPr/>
          <a:lstStyle/>
          <a:p>
            <a:pPr lvl="0"/>
            <a:r>
              <a:rPr lang="en-US"/>
              <a:t>[Language 01]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133FD6-2F3E-B343-9F7B-D648DE111E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4500" y="3906838"/>
            <a:ext cx="5553075" cy="2359025"/>
          </a:xfrm>
        </p:spPr>
        <p:txBody>
          <a:bodyPr/>
          <a:lstStyle/>
          <a:p>
            <a:pPr lvl="0"/>
            <a:r>
              <a:rPr lang="en-US"/>
              <a:t>[Language 02]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0440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image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9EC90C-5C9B-406A-A83D-CD08D99B79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1888" y="0"/>
            <a:ext cx="5980112" cy="6858000"/>
          </a:xfrm>
          <a:solidFill>
            <a:srgbClr val="FAF5ED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B35C406-EBE7-8A4C-BBE4-89D611DCC7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264" y="449265"/>
            <a:ext cx="5529262" cy="35755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all" baseline="0">
                <a:solidFill>
                  <a:schemeClr val="bg2"/>
                </a:solidFill>
                <a:latin typeface="+mn-lt"/>
              </a:defRPr>
            </a:lvl2pPr>
            <a:lvl3pPr marL="356400" indent="-180000">
              <a:buFont typeface="Arial" panose="020B0604020202020204" pitchFamily="34" charset="0"/>
              <a:buChar char="•"/>
              <a:tabLst/>
              <a:defRPr sz="1600">
                <a:latin typeface="+mn-lt"/>
              </a:defRPr>
            </a:lvl3pPr>
            <a:lvl4pPr marL="496800" indent="-140400">
              <a:buSzPct val="75000"/>
              <a:buFont typeface="System Font Regular"/>
              <a:buChar char="○"/>
              <a:tabLst/>
              <a:defRPr sz="1400">
                <a:latin typeface="+mn-lt"/>
              </a:defRPr>
            </a:lvl4pPr>
            <a:lvl5pPr marL="622800" indent="-129600">
              <a:buFont typeface="System Font Regular"/>
              <a:buChar char="-"/>
              <a:tabLst/>
              <a:defRPr sz="1200">
                <a:latin typeface="+mn-lt"/>
              </a:defRPr>
            </a:lvl5pPr>
          </a:lstStyle>
          <a:p>
            <a:pPr lvl="0"/>
            <a:r>
              <a:rPr lang="en-US"/>
              <a:t>[Heading in LANGUAGE 01]</a:t>
            </a:r>
          </a:p>
          <a:p>
            <a:pPr lvl="0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9DE41FA-B1C4-CB47-BDEC-85975B509E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746" y="3466800"/>
            <a:ext cx="5529262" cy="35755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all" baseline="0">
                <a:solidFill>
                  <a:schemeClr val="bg2"/>
                </a:solidFill>
                <a:latin typeface="+mn-lt"/>
              </a:defRPr>
            </a:lvl2pPr>
            <a:lvl3pPr marL="356400" indent="-180000">
              <a:buFont typeface="Arial" panose="020B0604020202020204" pitchFamily="34" charset="0"/>
              <a:buChar char="•"/>
              <a:tabLst/>
              <a:defRPr sz="1600">
                <a:latin typeface="+mn-lt"/>
              </a:defRPr>
            </a:lvl3pPr>
            <a:lvl4pPr marL="496800" indent="-140400">
              <a:buSzPct val="75000"/>
              <a:buFont typeface="System Font Regular"/>
              <a:buChar char="○"/>
              <a:tabLst/>
              <a:defRPr sz="1400">
                <a:latin typeface="+mn-lt"/>
              </a:defRPr>
            </a:lvl4pPr>
            <a:lvl5pPr marL="622800" indent="-129600">
              <a:buFont typeface="System Font Regular"/>
              <a:buChar char="-"/>
              <a:tabLst/>
              <a:defRPr sz="1200">
                <a:latin typeface="+mn-lt"/>
              </a:defRPr>
            </a:lvl5pPr>
          </a:lstStyle>
          <a:p>
            <a:pPr lvl="0"/>
            <a:r>
              <a:rPr lang="en-US"/>
              <a:t>[Heading in LANGUAGE 02]</a:t>
            </a:r>
          </a:p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2172E-3300-FD45-984D-4D2863934E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103" y="900953"/>
            <a:ext cx="5527115" cy="2454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[Language 01]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36571-3A8E-7D47-AF9D-97EC351F1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475" y="3906000"/>
            <a:ext cx="5540749" cy="2219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[Language 02]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1448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image +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E2E0062F-A6DD-4BA1-ACA7-C654009D8D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29" y="2610608"/>
            <a:ext cx="2868043" cy="3747071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9EC90C-5C9B-406A-A83D-CD08D99B79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12050" y="449264"/>
            <a:ext cx="4273550" cy="5665786"/>
          </a:xfrm>
          <a:solidFill>
            <a:srgbClr val="FAF5ED"/>
          </a:solidFill>
        </p:spPr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0BE85C1-B076-49AB-AC26-0FE42CAB95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264" y="449265"/>
            <a:ext cx="5529262" cy="411348"/>
          </a:xfrm>
        </p:spPr>
        <p:txBody>
          <a:bodyPr/>
          <a:lstStyle>
            <a:lvl1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>
                <a:solidFill>
                  <a:schemeClr val="bg2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 baseline="0">
                <a:solidFill>
                  <a:schemeClr val="bg2"/>
                </a:solidFill>
                <a:latin typeface="+mn-lt"/>
              </a:defRPr>
            </a:lvl2pPr>
            <a:lvl3pPr marL="172800" indent="-172800">
              <a:buFont typeface="Arial" panose="020B0604020202020204" pitchFamily="34" charset="0"/>
              <a:buChar char="•"/>
              <a:tabLst/>
              <a:defRPr sz="1600">
                <a:latin typeface="+mn-lt"/>
              </a:defRPr>
            </a:lvl3pPr>
            <a:lvl4pPr marL="172800" indent="-172800">
              <a:buSzPct val="75000"/>
              <a:buFont typeface="System Font Regular"/>
              <a:buChar char="○"/>
              <a:tabLst/>
              <a:defRPr sz="1400">
                <a:latin typeface="+mn-lt"/>
              </a:defRPr>
            </a:lvl4pPr>
            <a:lvl5pPr marL="172800" indent="-172800">
              <a:buFont typeface="System Font Regular"/>
              <a:buChar char="-"/>
              <a:tabLst/>
              <a:defRPr sz="1200">
                <a:latin typeface="+mn-lt"/>
              </a:defRPr>
            </a:lvl5pPr>
          </a:lstStyle>
          <a:p>
            <a:pPr lvl="0"/>
            <a:r>
              <a:rPr lang="en-US"/>
              <a:t>[HEADING IN LANGUAGE 01]</a:t>
            </a:r>
          </a:p>
          <a:p>
            <a:pPr lvl="0"/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39811E5-D184-4751-90EE-3E15D82A3B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64" y="3543345"/>
            <a:ext cx="5529262" cy="430261"/>
          </a:xfrm>
        </p:spPr>
        <p:txBody>
          <a:bodyPr/>
          <a:lstStyle>
            <a:lvl1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>
                <a:solidFill>
                  <a:schemeClr val="bg2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 baseline="0">
                <a:solidFill>
                  <a:schemeClr val="bg2"/>
                </a:solidFill>
                <a:latin typeface="+mn-lt"/>
              </a:defRPr>
            </a:lvl2pPr>
            <a:lvl3pPr marL="172800" indent="-172800">
              <a:buFont typeface="Arial" panose="020B0604020202020204" pitchFamily="34" charset="0"/>
              <a:buChar char="•"/>
              <a:tabLst/>
              <a:defRPr sz="1600">
                <a:latin typeface="+mn-lt"/>
              </a:defRPr>
            </a:lvl3pPr>
            <a:lvl4pPr marL="172800" indent="-172800">
              <a:buSzPct val="75000"/>
              <a:buFont typeface="System Font Regular"/>
              <a:buChar char="○"/>
              <a:tabLst/>
              <a:defRPr sz="1400">
                <a:latin typeface="+mn-lt"/>
              </a:defRPr>
            </a:lvl4pPr>
            <a:lvl5pPr marL="172800" indent="-172800">
              <a:buFont typeface="System Font Regular"/>
              <a:buChar char="-"/>
              <a:tabLst/>
              <a:defRPr sz="1200">
                <a:latin typeface="+mn-lt"/>
              </a:defRPr>
            </a:lvl5pPr>
          </a:lstStyle>
          <a:p>
            <a:pPr lvl="0"/>
            <a:r>
              <a:rPr lang="en-US"/>
              <a:t>[HEADING IN LANGUAGE 02]</a:t>
            </a:r>
          </a:p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2CA2-8CD2-164B-BF8D-5F3A9E8683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00" y="900000"/>
            <a:ext cx="5546725" cy="2514600"/>
          </a:xfrm>
        </p:spPr>
        <p:txBody>
          <a:bodyPr/>
          <a:lstStyle/>
          <a:p>
            <a:pPr lvl="0"/>
            <a:r>
              <a:rPr lang="en-US"/>
              <a:t>[Language 01]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CECAF7-4AF6-FB47-9E13-FE16CC0835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500" y="3996000"/>
            <a:ext cx="5546725" cy="2306637"/>
          </a:xfrm>
        </p:spPr>
        <p:txBody>
          <a:bodyPr/>
          <a:lstStyle/>
          <a:p>
            <a:pPr lvl="0"/>
            <a:r>
              <a:rPr lang="en-US"/>
              <a:t>[Language 02]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381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image + pattern Dk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A8681F89-18C3-4406-B33F-89CD6029EB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29" y="2610608"/>
            <a:ext cx="2868043" cy="3747071"/>
          </a:xfrm>
          <a:prstGeom prst="rect">
            <a:avLst/>
          </a:prstGeom>
        </p:spPr>
      </p:pic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480FB5B-87EA-402B-AAE2-D15DB06C31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12050" y="449264"/>
            <a:ext cx="4273550" cy="5665786"/>
          </a:xfrm>
          <a:solidFill>
            <a:srgbClr val="FAF5ED"/>
          </a:solidFill>
        </p:spPr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5330A73-3372-CD4B-A96C-D64554DC84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264" y="449265"/>
            <a:ext cx="5529262" cy="384454"/>
          </a:xfrm>
        </p:spPr>
        <p:txBody>
          <a:bodyPr/>
          <a:lstStyle>
            <a:lvl1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9525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2pPr>
            <a:lvl3pPr marL="172800" indent="-172800"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72800" indent="-172800">
              <a:buSzPct val="75000"/>
              <a:buFont typeface="System Font Regular"/>
              <a:buChar char="○"/>
              <a:tabLst/>
              <a:defRPr sz="1400">
                <a:solidFill>
                  <a:schemeClr val="bg1"/>
                </a:solidFill>
                <a:latin typeface="+mn-lt"/>
              </a:defRPr>
            </a:lvl4pPr>
            <a:lvl5pPr marL="172800" indent="-172800">
              <a:buFont typeface="System Font Regular"/>
              <a:buChar char="-"/>
              <a:tabLst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[HEADING IN LANGUAGE 01]</a:t>
            </a:r>
          </a:p>
          <a:p>
            <a:pPr lvl="0"/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83E6AD0-F9A0-B144-968D-05BB19855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64" y="3543345"/>
            <a:ext cx="5529262" cy="376473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2pPr>
            <a:lvl3pPr marL="172800" indent="-172800"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72800" indent="-172800">
              <a:buSzPct val="75000"/>
              <a:buFont typeface="System Font Regular"/>
              <a:buChar char="○"/>
              <a:tabLst/>
              <a:defRPr sz="1400">
                <a:solidFill>
                  <a:schemeClr val="bg1"/>
                </a:solidFill>
                <a:latin typeface="+mn-lt"/>
              </a:defRPr>
            </a:lvl4pPr>
            <a:lvl5pPr marL="172800" indent="-172800">
              <a:buFont typeface="System Font Regular"/>
              <a:buChar char="-"/>
              <a:tabLst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[HEADING IN LANGUAGE 02]</a:t>
            </a:r>
          </a:p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E71F3-4A40-4D42-8DD4-20721378F5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01" y="901700"/>
            <a:ext cx="5552888" cy="25749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[Language 01]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327BAF-9078-C042-89DA-018601EEB6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3" y="3996000"/>
            <a:ext cx="5554662" cy="23923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[Language 02] Level 1 Body copy (16pt / single line)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1371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1B8252F-3B04-4B5F-88F7-C6A2E6468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9262" y="1481138"/>
            <a:ext cx="5529261" cy="4127500"/>
          </a:xfrm>
          <a:solidFill>
            <a:srgbClr val="FAF5ED"/>
          </a:solidFill>
        </p:spPr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6838EAEB-49C7-42AA-A19D-645840643E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3479" y="1481138"/>
            <a:ext cx="5529261" cy="4127500"/>
          </a:xfrm>
          <a:solidFill>
            <a:srgbClr val="FAF5ED"/>
          </a:solidFill>
        </p:spPr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97D9F91-EF7A-AF49-945C-C3672213C7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64" y="449264"/>
            <a:ext cx="11291886" cy="1031873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j-lt"/>
                <a:ea typeface="Source Han Sans CN Medium" panose="020B06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cap="all" baseline="0">
                <a:solidFill>
                  <a:schemeClr val="bg2"/>
                </a:solidFill>
                <a:latin typeface="+mj-lt"/>
              </a:defRPr>
            </a:lvl2pPr>
          </a:lstStyle>
          <a:p>
            <a:pPr lvl="0"/>
            <a:r>
              <a:rPr lang="en-US"/>
              <a:t>[HEADING IN LANGUAGE 01] </a:t>
            </a:r>
            <a:br>
              <a:rPr lang="en-US"/>
            </a:br>
            <a:r>
              <a:rPr lang="en-US"/>
              <a:t>[HEADING IN LANGUAGE 02]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68426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6B761E11-5313-4E06-B4CB-BB3F610A4C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66874" y="2046835"/>
            <a:ext cx="4311651" cy="3894137"/>
          </a:xfrm>
        </p:spPr>
        <p:txBody>
          <a:bodyPr rIns="0"/>
          <a:lstStyle>
            <a:lvl1pPr marL="6350" indent="0">
              <a:lnSpc>
                <a:spcPct val="100000"/>
              </a:lnSpc>
              <a:spcAft>
                <a:spcPts val="1200"/>
              </a:spcAft>
              <a:buNone/>
              <a:tabLst/>
              <a:defRPr sz="1800" b="0" i="1" cap="none" baseline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6350" indent="0">
              <a:buNone/>
              <a:tabLst/>
              <a:defRPr b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2pPr>
            <a:lvl3pPr marL="6350" indent="0">
              <a:buNone/>
              <a:tabLst/>
              <a:defRPr>
                <a:solidFill>
                  <a:schemeClr val="bg1"/>
                </a:solidFill>
              </a:defRPr>
            </a:lvl3pPr>
            <a:lvl4pPr marL="6350" indent="0">
              <a:buNone/>
              <a:tabLst/>
              <a:defRPr>
                <a:solidFill>
                  <a:schemeClr val="bg1"/>
                </a:solidFill>
              </a:defRPr>
            </a:lvl4pPr>
            <a:lvl5pPr marL="6350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in [language 01] 18pt / 1.0 lines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6DAA660-D66F-497B-80F3-5F94F8315C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44750" cy="1605456"/>
          </a:xfrm>
          <a:prstGeom prst="rect">
            <a:avLst/>
          </a:prstGeom>
        </p:spPr>
      </p:pic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0365BC24-3D03-4178-9C83-0FADC26B0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747250" y="5252544"/>
            <a:ext cx="2444750" cy="1605456"/>
          </a:xfrm>
          <a:prstGeom prst="rect">
            <a:avLst/>
          </a:prstGeom>
        </p:spPr>
      </p:pic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87903338-33C2-4B5C-AC70-707DBC4F35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1888" y="2046835"/>
            <a:ext cx="4311651" cy="3894137"/>
          </a:xfrm>
        </p:spPr>
        <p:txBody>
          <a:bodyPr rIns="360000"/>
          <a:lstStyle>
            <a:lvl1pPr marL="6350" indent="0">
              <a:lnSpc>
                <a:spcPct val="100000"/>
              </a:lnSpc>
              <a:spcAft>
                <a:spcPts val="1200"/>
              </a:spcAft>
              <a:buNone/>
              <a:tabLst/>
              <a:defRPr sz="1800" b="0" i="1" cap="none" baseline="0">
                <a:solidFill>
                  <a:schemeClr val="bg1"/>
                </a:solidFill>
                <a:latin typeface="+mn-lt"/>
              </a:defRPr>
            </a:lvl1pPr>
            <a:lvl2pPr marL="6350" indent="0">
              <a:buNone/>
              <a:tabLst/>
              <a:defRPr b="0">
                <a:solidFill>
                  <a:schemeClr val="bg1"/>
                </a:solidFill>
                <a:latin typeface="+mn-lt"/>
              </a:defRPr>
            </a:lvl2pPr>
            <a:lvl3pPr marL="6350" indent="0">
              <a:buNone/>
              <a:tabLst/>
              <a:defRPr>
                <a:solidFill>
                  <a:schemeClr val="bg1"/>
                </a:solidFill>
              </a:defRPr>
            </a:lvl3pPr>
            <a:lvl4pPr marL="6350" indent="0">
              <a:buNone/>
              <a:tabLst/>
              <a:defRPr>
                <a:solidFill>
                  <a:schemeClr val="bg1"/>
                </a:solidFill>
              </a:defRPr>
            </a:lvl4pPr>
            <a:lvl5pPr marL="6350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in [language 02] 18pt / 1.0 lines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1319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16F5A6-A4DD-43A9-A97B-8268AAA6713D}"/>
              </a:ext>
            </a:extLst>
          </p:cNvPr>
          <p:cNvSpPr/>
          <p:nvPr userDrawn="1"/>
        </p:nvSpPr>
        <p:spPr>
          <a:xfrm>
            <a:off x="0" y="1129807"/>
            <a:ext cx="9683750" cy="459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B22C5-278A-4A80-A173-ED4C97B3D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DD8F6-89A8-4831-B15C-6686E2ED5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629C6096-F289-47AE-904C-ECC545E406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53" y="516380"/>
            <a:ext cx="2028447" cy="1333677"/>
          </a:xfrm>
          <a:prstGeom prst="rect">
            <a:avLst/>
          </a:prstGeom>
        </p:spPr>
      </p:pic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1B0615F-316E-4D3F-A12C-262E66E851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071103" y="4998602"/>
            <a:ext cx="2028447" cy="1333677"/>
          </a:xfrm>
          <a:prstGeom prst="rect">
            <a:avLst/>
          </a:prstGeom>
        </p:spPr>
      </p:pic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D7C19867-CBB3-40C8-9EB6-9C7DBCBD887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66875" y="2046835"/>
            <a:ext cx="3541712" cy="3894137"/>
          </a:xfrm>
        </p:spPr>
        <p:txBody>
          <a:bodyPr rIns="360000"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tabLst/>
              <a:defRPr sz="1600" b="0" i="1" cap="none" baseline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1pPr>
            <a:lvl2pPr marL="0" indent="0">
              <a:buNone/>
              <a:tabLst/>
              <a:defRPr b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</a:defRPr>
            </a:lvl2pPr>
            <a:lvl3pPr marL="0" indent="0">
              <a:buNone/>
              <a:tabLst/>
              <a:defRPr>
                <a:solidFill>
                  <a:schemeClr val="bg1"/>
                </a:solidFill>
              </a:defRPr>
            </a:lvl3pPr>
            <a:lvl4pPr marL="0" indent="0">
              <a:buNone/>
              <a:tabLst/>
              <a:defRPr>
                <a:solidFill>
                  <a:schemeClr val="bg1"/>
                </a:solidFill>
              </a:defRPr>
            </a:lvl4pPr>
            <a:lvl5pPr marL="0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in [language 01] 18pt / 1.0 lines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E9D7DD72-F7D7-47C1-8BA6-50EEF3354C4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51488" y="2046834"/>
            <a:ext cx="3541712" cy="3894137"/>
          </a:xfrm>
        </p:spPr>
        <p:txBody>
          <a:bodyPr rIns="360000"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tabLst/>
              <a:defRPr sz="1600" b="0" i="1" cap="none" baseline="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tabLst/>
              <a:defRPr b="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tabLst/>
              <a:defRPr>
                <a:solidFill>
                  <a:schemeClr val="bg1"/>
                </a:solidFill>
              </a:defRPr>
            </a:lvl3pPr>
            <a:lvl4pPr marL="0" indent="0">
              <a:buNone/>
              <a:tabLst/>
              <a:defRPr>
                <a:solidFill>
                  <a:schemeClr val="bg1"/>
                </a:solidFill>
              </a:defRPr>
            </a:lvl4pPr>
            <a:lvl5pPr marL="0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in [language 02] 18pt / 1.0 lines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332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BFCE8-4694-4C53-8C52-AEF6BE8B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64" y="449264"/>
            <a:ext cx="11291886" cy="8001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DBCBC-D9BA-4B82-9D37-CA6CF04A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264" y="1481138"/>
            <a:ext cx="11291886" cy="46958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titles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B484B-1239-420E-B9A2-70E2A80A3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264" y="6408737"/>
            <a:ext cx="4087811" cy="31273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111111"/>
                </a:solidFill>
              </a:defRPr>
            </a:lvl1pPr>
          </a:lstStyle>
          <a:p>
            <a:r>
              <a:rPr lang="en-GB"/>
              <a:t>Event Name – Name Committee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5223-6EA7-4D10-B4F4-F742047EB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7950" y="6415752"/>
            <a:ext cx="27432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rgbClr val="111111"/>
                </a:solidFill>
              </a:defRPr>
            </a:lvl1pPr>
          </a:lstStyle>
          <a:p>
            <a:fld id="{5E735233-A1F1-4A34-A0B0-36F54DC4ECCD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315114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63" r:id="rId2"/>
    <p:sldLayoutId id="2147483667" r:id="rId3"/>
    <p:sldLayoutId id="2147483678" r:id="rId4"/>
    <p:sldLayoutId id="2147483679" r:id="rId5"/>
    <p:sldLayoutId id="2147483680" r:id="rId6"/>
    <p:sldLayoutId id="2147483681" r:id="rId7"/>
    <p:sldLayoutId id="2147483730" r:id="rId8"/>
    <p:sldLayoutId id="2147483734" r:id="rId9"/>
    <p:sldLayoutId id="2147483691" r:id="rId10"/>
    <p:sldLayoutId id="2147483692" r:id="rId11"/>
    <p:sldLayoutId id="2147483693" r:id="rId12"/>
    <p:sldLayoutId id="2147483694" r:id="rId13"/>
    <p:sldLayoutId id="2147483738" r:id="rId14"/>
    <p:sldLayoutId id="2147483695" r:id="rId15"/>
    <p:sldLayoutId id="2147483696" r:id="rId16"/>
    <p:sldLayoutId id="2147483697" r:id="rId17"/>
    <p:sldLayoutId id="2147483698" r:id="rId18"/>
    <p:sldLayoutId id="2147483700" r:id="rId19"/>
    <p:sldLayoutId id="2147483701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72800" indent="-1728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600" b="0" kern="1200" cap="none" baseline="0">
          <a:solidFill>
            <a:srgbClr val="111111"/>
          </a:solidFill>
          <a:latin typeface="+mn-lt"/>
          <a:ea typeface="+mn-ea"/>
          <a:cs typeface="+mn-cs"/>
        </a:defRPr>
      </a:lvl1pPr>
      <a:lvl2pPr marL="313200" indent="-1332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SzPct val="75000"/>
        <a:buFont typeface="System Font Regular"/>
        <a:buChar char="○"/>
        <a:defRPr sz="1400" b="0" kern="1200">
          <a:solidFill>
            <a:srgbClr val="111111"/>
          </a:solidFill>
          <a:latin typeface="+mn-lt"/>
          <a:ea typeface="+mn-ea"/>
          <a:cs typeface="+mn-cs"/>
        </a:defRPr>
      </a:lvl2pPr>
      <a:lvl3pPr marL="496800" indent="-183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System Font Regular"/>
        <a:buChar char="⁃"/>
        <a:defRPr sz="1200" b="0" kern="1200">
          <a:solidFill>
            <a:srgbClr val="111111"/>
          </a:solidFill>
          <a:latin typeface="+mn-lt"/>
          <a:ea typeface="+mn-ea"/>
          <a:cs typeface="+mn-cs"/>
        </a:defRPr>
      </a:lvl3pPr>
      <a:lvl4pPr marL="720000" indent="-201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1050" b="0" kern="1200">
          <a:solidFill>
            <a:srgbClr val="111111"/>
          </a:solidFill>
          <a:latin typeface="+mn-lt"/>
          <a:ea typeface="+mn-ea"/>
          <a:cs typeface="+mn-cs"/>
        </a:defRPr>
      </a:lvl4pPr>
      <a:lvl5pPr marL="932400" indent="-2016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Char char="•"/>
        <a:defRPr sz="900" b="0" kern="1200" cap="none" baseline="0">
          <a:solidFill>
            <a:srgbClr val="111111"/>
          </a:solidFill>
          <a:latin typeface="+mn-lt"/>
          <a:ea typeface="Source Han Sans CN Medium" panose="020B06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3" userDrawn="1">
          <p15:clr>
            <a:srgbClr val="F26B43"/>
          </p15:clr>
        </p15:guide>
        <p15:guide id="4" pos="1050" userDrawn="1">
          <p15:clr>
            <a:srgbClr val="F26B43"/>
          </p15:clr>
        </p15:guide>
        <p15:guide id="5" pos="1186" userDrawn="1">
          <p15:clr>
            <a:srgbClr val="F26B43"/>
          </p15:clr>
        </p15:guide>
        <p15:guide id="6" pos="1951" userDrawn="1">
          <p15:clr>
            <a:srgbClr val="F26B43"/>
          </p15:clr>
        </p15:guide>
        <p15:guide id="7" pos="2098" userDrawn="1">
          <p15:clr>
            <a:srgbClr val="F26B43"/>
          </p15:clr>
        </p15:guide>
        <p15:guide id="8" pos="2858" userDrawn="1">
          <p15:clr>
            <a:srgbClr val="F26B43"/>
          </p15:clr>
        </p15:guide>
        <p15:guide id="9" pos="3006" userDrawn="1">
          <p15:clr>
            <a:srgbClr val="F26B43"/>
          </p15:clr>
        </p15:guide>
        <p15:guide id="10" pos="3766" userDrawn="1">
          <p15:clr>
            <a:srgbClr val="F26B43"/>
          </p15:clr>
        </p15:guide>
        <p15:guide id="11" pos="3913" userDrawn="1">
          <p15:clr>
            <a:srgbClr val="F26B43"/>
          </p15:clr>
        </p15:guide>
        <p15:guide id="12" pos="4673" userDrawn="1">
          <p15:clr>
            <a:srgbClr val="F26B43"/>
          </p15:clr>
        </p15:guide>
        <p15:guide id="13" pos="4821" userDrawn="1">
          <p15:clr>
            <a:srgbClr val="F26B43"/>
          </p15:clr>
        </p15:guide>
        <p15:guide id="14" pos="5581" userDrawn="1">
          <p15:clr>
            <a:srgbClr val="F26B43"/>
          </p15:clr>
        </p15:guide>
        <p15:guide id="15" pos="5728" userDrawn="1">
          <p15:clr>
            <a:srgbClr val="F26B43"/>
          </p15:clr>
        </p15:guide>
        <p15:guide id="16" pos="6488" userDrawn="1">
          <p15:clr>
            <a:srgbClr val="F26B43"/>
          </p15:clr>
        </p15:guide>
        <p15:guide id="17" pos="6636" userDrawn="1">
          <p15:clr>
            <a:srgbClr val="F26B43"/>
          </p15:clr>
        </p15:guide>
        <p15:guide id="18" pos="7396" userDrawn="1">
          <p15:clr>
            <a:srgbClr val="F26B43"/>
          </p15:clr>
        </p15:guide>
        <p15:guide id="19" orient="horz" userDrawn="1">
          <p15:clr>
            <a:srgbClr val="F26B43"/>
          </p15:clr>
        </p15:guide>
        <p15:guide id="20" orient="horz" pos="4320" userDrawn="1">
          <p15:clr>
            <a:srgbClr val="F26B43"/>
          </p15:clr>
        </p15:guide>
        <p15:guide id="21" orient="horz" pos="283" userDrawn="1">
          <p15:clr>
            <a:srgbClr val="F26B43"/>
          </p15:clr>
        </p15:guide>
        <p15:guide id="22" orient="horz" pos="786" userDrawn="1">
          <p15:clr>
            <a:srgbClr val="F26B43"/>
          </p15:clr>
        </p15:guide>
        <p15:guide id="23" orient="horz" pos="933" userDrawn="1">
          <p15:clr>
            <a:srgbClr val="F26B43"/>
          </p15:clr>
        </p15:guide>
        <p15:guide id="24" orient="horz" pos="1436" userDrawn="1">
          <p15:clr>
            <a:srgbClr val="F26B43"/>
          </p15:clr>
        </p15:guide>
        <p15:guide id="25" orient="horz" pos="1583" userDrawn="1">
          <p15:clr>
            <a:srgbClr val="F26B43"/>
          </p15:clr>
        </p15:guide>
        <p15:guide id="26" orient="horz" pos="2086" userDrawn="1">
          <p15:clr>
            <a:srgbClr val="F26B43"/>
          </p15:clr>
        </p15:guide>
        <p15:guide id="27" orient="horz" pos="2233" userDrawn="1">
          <p15:clr>
            <a:srgbClr val="F26B43"/>
          </p15:clr>
        </p15:guide>
        <p15:guide id="28" orient="horz" pos="2736" userDrawn="1">
          <p15:clr>
            <a:srgbClr val="F26B43"/>
          </p15:clr>
        </p15:guide>
        <p15:guide id="29" orient="horz" pos="2883" userDrawn="1">
          <p15:clr>
            <a:srgbClr val="F26B43"/>
          </p15:clr>
        </p15:guide>
        <p15:guide id="30" orient="horz" pos="3386" userDrawn="1">
          <p15:clr>
            <a:srgbClr val="F26B43"/>
          </p15:clr>
        </p15:guide>
        <p15:guide id="31" orient="horz" pos="3533" userDrawn="1">
          <p15:clr>
            <a:srgbClr val="F26B43"/>
          </p15:clr>
        </p15:guide>
        <p15:guide id="32" orient="horz" pos="40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4C801F-2407-604C-B5A6-9701029664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0021" y="2513013"/>
            <a:ext cx="8633180" cy="158115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SC BVIS 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EVENT NAME</a:t>
            </a:r>
          </a:p>
          <a:p>
            <a:r>
              <a:rPr lang="en-US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PROPOSAL</a:t>
            </a:r>
            <a:br>
              <a:rPr lang="en-US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2025 – 2026 ACADEMIC YEAR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954ED-3729-9B49-A1FC-A1DDDE9CBB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21" y="3034406"/>
            <a:ext cx="8633180" cy="1581151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Month + year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98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8E98CC-E7FD-944A-B5D1-6C5A5C6187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7950" y="6415752"/>
            <a:ext cx="2743200" cy="365125"/>
          </a:xfrm>
        </p:spPr>
        <p:txBody>
          <a:bodyPr/>
          <a:lstStyle/>
          <a:p>
            <a:fld id="{5E735233-A1F1-4A34-A0B0-36F54DC4ECCD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74362B-3D0C-1546-B053-4779A6DF89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264" y="526438"/>
            <a:ext cx="5529262" cy="38445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altLang="ja-JP" sz="3200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OVERVIEW</a:t>
            </a:r>
            <a:endParaRPr lang="en-GB" altLang="ja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CA4732-1E87-C94C-A670-6AB23EF94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264" y="3543345"/>
            <a:ext cx="5529262" cy="376473"/>
          </a:xfrm>
        </p:spPr>
        <p:txBody>
          <a:bodyPr vert="horz" lIns="0" tIns="0" rIns="0" bIns="0" rtlCol="0" anchor="t">
            <a:noAutofit/>
          </a:bodyPr>
          <a:lstStyle/>
          <a:p>
            <a:endParaRPr lang="en-US">
              <a:cs typeface="Arial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BF568A-FE68-BB4C-8E55-6C5CBD04C4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64" y="789762"/>
            <a:ext cx="6187063" cy="5775344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cs typeface="Times New Roman"/>
              </a:rPr>
              <a:t>Date: 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cs typeface="Times New Roman"/>
              </a:rPr>
              <a:t>Location: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cs typeface="Times New Roman"/>
              </a:rPr>
              <a:t>Main Activities: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latin typeface="Times New Roman"/>
                <a:cs typeface="Times New Roman"/>
              </a:rPr>
              <a:t>Activity 1</a:t>
            </a:r>
          </a:p>
          <a:p>
            <a:pPr marL="426085" lvl="1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Specific examples #1</a:t>
            </a:r>
          </a:p>
          <a:p>
            <a:pPr marL="426085" lvl="1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Specific examples #2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>
                <a:latin typeface="Times New Roman"/>
                <a:cs typeface="Times New Roman"/>
              </a:rPr>
              <a:t>Activity 2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cs typeface="Times New Roman"/>
              </a:rPr>
              <a:t>Why?</a:t>
            </a:r>
            <a:endParaRPr lang="en-US" sz="1600">
              <a:latin typeface="Times New Roman"/>
              <a:cs typeface="Times New Roman"/>
            </a:endParaRP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70309020205020404" pitchFamily="49" charset="0"/>
              <a:buChar char="•"/>
            </a:pPr>
            <a:r>
              <a:rPr lang="en-US" sz="1600">
                <a:latin typeface="Times New Roman"/>
                <a:cs typeface="Times New Roman"/>
              </a:rPr>
              <a:t>Reason 1</a:t>
            </a: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70309020205020404" pitchFamily="49" charset="0"/>
              <a:buChar char="•"/>
            </a:pPr>
            <a:r>
              <a:rPr lang="en-US">
                <a:latin typeface="Times New Roman"/>
                <a:cs typeface="Times New Roman"/>
              </a:rPr>
              <a:t>Reason 2</a:t>
            </a: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70309020205020404" pitchFamily="49" charset="0"/>
              <a:buChar char="•"/>
            </a:pPr>
            <a:r>
              <a:rPr lang="en-US" sz="1600">
                <a:latin typeface="Times New Roman"/>
                <a:cs typeface="Times New Roman"/>
              </a:rPr>
              <a:t>Reason 3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140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3FD07-CF5B-E234-8B76-2BA2F3DFC119}"/>
              </a:ext>
            </a:extLst>
          </p:cNvPr>
          <p:cNvSpPr txBox="1"/>
          <p:nvPr/>
        </p:nvSpPr>
        <p:spPr>
          <a:xfrm>
            <a:off x="3048000" y="46857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4272E65-9C7A-546C-1B37-9607EACE0B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62A2F0-E196-8103-0FB9-95F1DC26D41B}"/>
              </a:ext>
            </a:extLst>
          </p:cNvPr>
          <p:cNvSpPr/>
          <p:nvPr/>
        </p:nvSpPr>
        <p:spPr>
          <a:xfrm>
            <a:off x="7432197" y="718665"/>
            <a:ext cx="4308953" cy="5411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 #1</a:t>
            </a:r>
          </a:p>
        </p:txBody>
      </p:sp>
    </p:spTree>
    <p:extLst>
      <p:ext uri="{BB962C8B-B14F-4D97-AF65-F5344CB8AC3E}">
        <p14:creationId xmlns:p14="http://schemas.microsoft.com/office/powerpoint/2010/main" val="843678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4C801F-2407-604C-B5A6-9701029664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0021" y="2513014"/>
            <a:ext cx="8633180" cy="4687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Times New Roman"/>
                <a:ea typeface="Source Han Sans CN Medium"/>
                <a:cs typeface="Times New Roman"/>
              </a:rPr>
              <a:t>Activity 1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954ED-3729-9B49-A1FC-A1DDDE9CBB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21" y="3076832"/>
            <a:ext cx="8633180" cy="350902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Month + year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42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8E98CC-E7FD-944A-B5D1-6C5A5C6187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7950" y="6415752"/>
            <a:ext cx="2743200" cy="365125"/>
          </a:xfrm>
        </p:spPr>
        <p:txBody>
          <a:bodyPr/>
          <a:lstStyle/>
          <a:p>
            <a:fld id="{5E735233-A1F1-4A34-A0B0-36F54DC4ECCD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74362B-3D0C-1546-B053-4779A6DF89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264" y="594153"/>
            <a:ext cx="6648613" cy="38445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altLang="ja-JP" sz="3200">
                <a:latin typeface="Times New Roman"/>
                <a:ea typeface="Source Han Sans CN Medium"/>
                <a:cs typeface="Times New Roman"/>
              </a:rPr>
              <a:t>ACTIVITY #1</a:t>
            </a:r>
            <a:endParaRPr lang="en-GB" altLang="ja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CA4732-1E87-C94C-A670-6AB23EF94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264" y="3543345"/>
            <a:ext cx="5529262" cy="376473"/>
          </a:xfrm>
        </p:spPr>
        <p:txBody>
          <a:bodyPr vert="horz" lIns="0" tIns="0" rIns="0" bIns="0" rtlCol="0" anchor="t">
            <a:noAutofit/>
          </a:bodyPr>
          <a:lstStyle/>
          <a:p>
            <a:endParaRPr lang="en-US">
              <a:cs typeface="Arial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BF568A-FE68-BB4C-8E55-6C5CBD04C4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64" y="1273075"/>
            <a:ext cx="6187063" cy="5142677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cs typeface="Times New Roman"/>
              </a:rPr>
              <a:t>How students will participate: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Specific instructions for students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How your committee will run the activities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If this is a past event (was hosted before), mention and include examples to increase credibility of your proposal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cs typeface="Times New Roman"/>
              </a:rPr>
              <a:t>Additional prizes and rewards: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Can be </a:t>
            </a:r>
            <a:r>
              <a:rPr lang="en-US" sz="1800" err="1">
                <a:latin typeface="Times New Roman"/>
                <a:cs typeface="Times New Roman"/>
              </a:rPr>
              <a:t>Housepoints</a:t>
            </a:r>
            <a:r>
              <a:rPr lang="en-US" sz="1800">
                <a:latin typeface="Times New Roman"/>
                <a:cs typeface="Times New Roman"/>
              </a:rPr>
              <a:t>, Postcards, </a:t>
            </a:r>
            <a:r>
              <a:rPr lang="en-US" sz="1800" err="1">
                <a:latin typeface="Times New Roman"/>
                <a:cs typeface="Times New Roman"/>
              </a:rPr>
              <a:t>etc</a:t>
            </a:r>
            <a:r>
              <a:rPr lang="en-US" sz="1800">
                <a:latin typeface="Times New Roman"/>
                <a:cs typeface="Times New Roman"/>
              </a:rPr>
              <a:t>… Include specific numbers and conditions to receive this reward (</a:t>
            </a:r>
            <a:r>
              <a:rPr lang="en-US" sz="1800" err="1">
                <a:latin typeface="Times New Roman"/>
                <a:cs typeface="Times New Roman"/>
              </a:rPr>
              <a:t>e.g</a:t>
            </a:r>
            <a:r>
              <a:rPr lang="en-US" sz="1800">
                <a:latin typeface="Times New Roman"/>
                <a:cs typeface="Times New Roman"/>
              </a:rPr>
              <a:t> 2HPs for each participating student that wins Game #1)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Additionally, you can propose sweets or other related rewards, but keep in mind it must be purchased with assistance from your specific committee teacher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4272E65-9C7A-546C-1B37-9607EACE0B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1534" y="6542602"/>
            <a:ext cx="4087811" cy="312738"/>
          </a:xfrm>
        </p:spPr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9D32C8-A82B-1EE6-E5A9-1B809942F775}"/>
              </a:ext>
            </a:extLst>
          </p:cNvPr>
          <p:cNvSpPr/>
          <p:nvPr/>
        </p:nvSpPr>
        <p:spPr>
          <a:xfrm>
            <a:off x="7432197" y="718665"/>
            <a:ext cx="4308953" cy="5411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 #1</a:t>
            </a:r>
          </a:p>
        </p:txBody>
      </p:sp>
    </p:spTree>
    <p:extLst>
      <p:ext uri="{BB962C8B-B14F-4D97-AF65-F5344CB8AC3E}">
        <p14:creationId xmlns:p14="http://schemas.microsoft.com/office/powerpoint/2010/main" val="377861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7C633-C712-F7F1-D370-7942DD34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192208-8DB1-5530-8756-71D9A145E3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7950" y="6415752"/>
            <a:ext cx="2743200" cy="365125"/>
          </a:xfrm>
        </p:spPr>
        <p:txBody>
          <a:bodyPr/>
          <a:lstStyle/>
          <a:p>
            <a:fld id="{5E735233-A1F1-4A34-A0B0-36F54DC4ECCD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69941-1CBB-CE52-FE18-44E53CD06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264" y="526438"/>
            <a:ext cx="6648613" cy="38445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altLang="ja-JP" sz="3200">
                <a:latin typeface="Times New Roman"/>
                <a:ea typeface="Source Han Sans CN Medium"/>
                <a:cs typeface="Times New Roman"/>
              </a:rPr>
              <a:t>SPECIFIC EXAMPLE #1</a:t>
            </a:r>
            <a:endParaRPr lang="en-GB" altLang="ja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FAD85F-7F1B-BD4E-EDD9-B55404C6C3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264" y="3543345"/>
            <a:ext cx="5529262" cy="376473"/>
          </a:xfrm>
        </p:spPr>
        <p:txBody>
          <a:bodyPr vert="horz" lIns="0" tIns="0" rIns="0" bIns="0" rtlCol="0" anchor="t">
            <a:noAutofit/>
          </a:bodyPr>
          <a:lstStyle/>
          <a:p>
            <a:endParaRPr lang="en-US">
              <a:cs typeface="Arial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5CA44B-ECD7-7C73-C3DE-CB330B027E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64" y="1020009"/>
            <a:ext cx="6184383" cy="547278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GB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AB8C7B-1359-F1CC-3988-ADB5CB5D91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1534" y="6542602"/>
            <a:ext cx="4087811" cy="312738"/>
          </a:xfrm>
        </p:spPr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1A4E33D-2EBA-4424-3D9C-927D36C83575}"/>
              </a:ext>
            </a:extLst>
          </p:cNvPr>
          <p:cNvSpPr txBox="1">
            <a:spLocks/>
          </p:cNvSpPr>
          <p:nvPr/>
        </p:nvSpPr>
        <p:spPr>
          <a:xfrm>
            <a:off x="449264" y="1273075"/>
            <a:ext cx="6187063" cy="51426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>
                <a:latin typeface="Times New Roman"/>
                <a:cs typeface="Times New Roman"/>
              </a:rPr>
              <a:t>How students will participate: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Specific instructions for students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How your committee will run the activities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>
                <a:latin typeface="Times New Roman"/>
                <a:cs typeface="Times New Roman"/>
              </a:rPr>
              <a:t>Additional prizes and rewards: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Can be Housepoints, Postcards, etc… Include specific numbers and conditions to receive this reward (e.g 2HPs for each participating student that wins Game #1)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Additionally, you can propose sweets or other related rewards, but keep in mind it must be purchased with assistance from your specific committee teacher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4D0301-F000-9536-93D5-FAF4F4F417BA}"/>
              </a:ext>
            </a:extLst>
          </p:cNvPr>
          <p:cNvSpPr/>
          <p:nvPr/>
        </p:nvSpPr>
        <p:spPr>
          <a:xfrm>
            <a:off x="7432197" y="718665"/>
            <a:ext cx="4308953" cy="5411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 #1</a:t>
            </a:r>
          </a:p>
        </p:txBody>
      </p:sp>
    </p:spTree>
    <p:extLst>
      <p:ext uri="{BB962C8B-B14F-4D97-AF65-F5344CB8AC3E}">
        <p14:creationId xmlns:p14="http://schemas.microsoft.com/office/powerpoint/2010/main" val="225241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B6EF-668B-C638-4A05-309A37B9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20142-FADF-A38A-B7A3-31CEE7B25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7950" y="6415752"/>
            <a:ext cx="2743200" cy="365125"/>
          </a:xfrm>
        </p:spPr>
        <p:txBody>
          <a:bodyPr/>
          <a:lstStyle/>
          <a:p>
            <a:fld id="{5E735233-A1F1-4A34-A0B0-36F54DC4ECCD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27965-AE45-FE7B-F9E8-BC814300DB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264" y="526438"/>
            <a:ext cx="6648613" cy="38445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altLang="ja-JP" sz="3200">
                <a:latin typeface="Times New Roman"/>
                <a:ea typeface="Source Han Sans CN Medium"/>
                <a:cs typeface="Times New Roman"/>
              </a:rPr>
              <a:t>SPECIFIC EXAMPLE #2</a:t>
            </a:r>
            <a:endParaRPr lang="en-GB" altLang="ja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8EF54C-B7EF-0350-D880-1C0818170E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264" y="3543345"/>
            <a:ext cx="5529262" cy="376473"/>
          </a:xfrm>
        </p:spPr>
        <p:txBody>
          <a:bodyPr vert="horz" lIns="0" tIns="0" rIns="0" bIns="0" rtlCol="0" anchor="t">
            <a:noAutofit/>
          </a:bodyPr>
          <a:lstStyle/>
          <a:p>
            <a:endParaRPr lang="en-US">
              <a:cs typeface="Arial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4932DF5-4C59-C95B-16A4-39AC28C470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64" y="1020009"/>
            <a:ext cx="6184383" cy="547278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GB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FB1B089-9028-9596-C7D1-E6908082A5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1534" y="6542602"/>
            <a:ext cx="4087811" cy="312738"/>
          </a:xfrm>
        </p:spPr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F64FFF6-0D9B-2DC3-57B6-5100888CF81F}"/>
              </a:ext>
            </a:extLst>
          </p:cNvPr>
          <p:cNvSpPr txBox="1">
            <a:spLocks/>
          </p:cNvSpPr>
          <p:nvPr/>
        </p:nvSpPr>
        <p:spPr>
          <a:xfrm>
            <a:off x="449264" y="1273075"/>
            <a:ext cx="6187063" cy="51426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chemeClr val="bg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>
                <a:latin typeface="Times New Roman"/>
                <a:cs typeface="Times New Roman"/>
              </a:rPr>
              <a:t>How students will participate: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Specific instructions for students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How your committee will run the activities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>
                <a:latin typeface="Times New Roman"/>
                <a:cs typeface="Times New Roman"/>
              </a:rPr>
              <a:t>Additional prizes and rewards: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Can be Housepoints, Postcards, etc… Include specific numbers and conditions to receive this reward (e.g 2HPs for each participating student that wins Game #1)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Additionally, you can propose sweets or other related rewards, but keep in mind it must be purchased with assistance from your specific committee teacher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BEBB9-068F-06FD-1E1A-2366437CCD76}"/>
              </a:ext>
            </a:extLst>
          </p:cNvPr>
          <p:cNvSpPr/>
          <p:nvPr/>
        </p:nvSpPr>
        <p:spPr>
          <a:xfrm>
            <a:off x="7432197" y="718665"/>
            <a:ext cx="4308953" cy="5411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 #1</a:t>
            </a:r>
          </a:p>
        </p:txBody>
      </p:sp>
    </p:spTree>
    <p:extLst>
      <p:ext uri="{BB962C8B-B14F-4D97-AF65-F5344CB8AC3E}">
        <p14:creationId xmlns:p14="http://schemas.microsoft.com/office/powerpoint/2010/main" val="318135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4C801F-2407-604C-B5A6-9701029664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0021" y="2513013"/>
            <a:ext cx="8633180" cy="158115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Times New Roman"/>
                <a:ea typeface="Source Han Sans CN Medium"/>
                <a:cs typeface="Times New Roman"/>
              </a:rPr>
              <a:t>Activity #2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954ED-3729-9B49-A1FC-A1DDDE9CBB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21" y="1846583"/>
            <a:ext cx="8633180" cy="1581151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Month + YEAR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28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A9C1-7F49-9318-ADD8-6995727F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EC689F-1874-82AA-D0BA-0570DEBDF3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7950" y="6415752"/>
            <a:ext cx="2743200" cy="365125"/>
          </a:xfrm>
        </p:spPr>
        <p:txBody>
          <a:bodyPr/>
          <a:lstStyle/>
          <a:p>
            <a:fld id="{5E735233-A1F1-4A34-A0B0-36F54DC4ECCD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0D8C1-E9BD-B70B-E7D9-1BF07D90E4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264" y="594153"/>
            <a:ext cx="6648613" cy="38445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altLang="ja-JP" sz="3200">
                <a:latin typeface="Times New Roman"/>
                <a:ea typeface="Source Han Sans CN Medium"/>
                <a:cs typeface="Times New Roman"/>
              </a:rPr>
              <a:t>ACTIVITY #2</a:t>
            </a:r>
            <a:endParaRPr lang="en-GB" altLang="ja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CA4E2B-A71D-1C9E-AD6E-4B8931D2C1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264" y="3543345"/>
            <a:ext cx="5529262" cy="376473"/>
          </a:xfrm>
        </p:spPr>
        <p:txBody>
          <a:bodyPr vert="horz" lIns="0" tIns="0" rIns="0" bIns="0" rtlCol="0" anchor="t">
            <a:noAutofit/>
          </a:bodyPr>
          <a:lstStyle/>
          <a:p>
            <a:endParaRPr lang="en-US">
              <a:cs typeface="Arial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DBF3EB-4530-BAB1-0935-45724B0295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64" y="1273075"/>
            <a:ext cx="6187063" cy="5142677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cs typeface="Times New Roman"/>
              </a:rPr>
              <a:t>How students will participate: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Specific instructions for students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How your committee will run the activities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If this is a past event (was hosted before), mention and include examples to increase credibility of your proposal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latin typeface="Times New Roman"/>
              <a:cs typeface="Times New Roman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cs typeface="Times New Roman"/>
              </a:rPr>
              <a:t>Additional prizes and rewards: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Can be </a:t>
            </a:r>
            <a:r>
              <a:rPr lang="en-US" sz="1800" err="1">
                <a:latin typeface="Times New Roman"/>
                <a:cs typeface="Times New Roman"/>
              </a:rPr>
              <a:t>Housepoints</a:t>
            </a:r>
            <a:r>
              <a:rPr lang="en-US" sz="1800">
                <a:latin typeface="Times New Roman"/>
                <a:cs typeface="Times New Roman"/>
              </a:rPr>
              <a:t>, Postcards, </a:t>
            </a:r>
            <a:r>
              <a:rPr lang="en-US" sz="1800" err="1">
                <a:latin typeface="Times New Roman"/>
                <a:cs typeface="Times New Roman"/>
              </a:rPr>
              <a:t>etc</a:t>
            </a:r>
            <a:r>
              <a:rPr lang="en-US" sz="1800">
                <a:latin typeface="Times New Roman"/>
                <a:cs typeface="Times New Roman"/>
              </a:rPr>
              <a:t>… Include specific numbers and conditions to receive this reward (</a:t>
            </a:r>
            <a:r>
              <a:rPr lang="en-US" sz="1800" err="1">
                <a:latin typeface="Times New Roman"/>
                <a:cs typeface="Times New Roman"/>
              </a:rPr>
              <a:t>e.g</a:t>
            </a:r>
            <a:r>
              <a:rPr lang="en-US" sz="1800">
                <a:latin typeface="Times New Roman"/>
                <a:cs typeface="Times New Roman"/>
              </a:rPr>
              <a:t> 2HPs for each participating student that wins Game #1)</a:t>
            </a:r>
          </a:p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>
                <a:latin typeface="Times New Roman"/>
                <a:cs typeface="Times New Roman"/>
              </a:rPr>
              <a:t>Additionally, you can propose sweets or other related rewards, but keep in mind it must be purchased with assistance from your specific committee teacher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7BED15D-355A-AD9C-1DA1-A18B2CD939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1534" y="6542602"/>
            <a:ext cx="4087811" cy="312738"/>
          </a:xfrm>
        </p:spPr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E25AAC-E159-6CDE-E536-4C6A3FD28CFD}"/>
              </a:ext>
            </a:extLst>
          </p:cNvPr>
          <p:cNvSpPr/>
          <p:nvPr/>
        </p:nvSpPr>
        <p:spPr>
          <a:xfrm>
            <a:off x="7432197" y="718665"/>
            <a:ext cx="4308953" cy="5411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 #1</a:t>
            </a:r>
          </a:p>
        </p:txBody>
      </p:sp>
    </p:spTree>
    <p:extLst>
      <p:ext uri="{BB962C8B-B14F-4D97-AF65-F5344CB8AC3E}">
        <p14:creationId xmlns:p14="http://schemas.microsoft.com/office/powerpoint/2010/main" val="327553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A249D6-0A9E-54AB-C7CB-24DCC692E9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681685-159C-6CA3-0CC4-A705AAE0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01EDE6D-D7E1-9745-7948-7EC3526173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227" y="1613660"/>
            <a:ext cx="5529261" cy="4580600"/>
          </a:xfrm>
          <a:ln w="76200">
            <a:solidFill>
              <a:srgbClr val="FAF5EE"/>
            </a:solidFill>
          </a:ln>
        </p:spPr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#2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#3</a:t>
            </a:r>
          </a:p>
          <a:p>
            <a:pPr marL="0" indent="0"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br>
              <a:rPr lang="en-GB"/>
            </a:b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B21C50E-F6D3-F57C-3C47-8F0D7BFF74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9049" y="1618049"/>
            <a:ext cx="5529261" cy="4643303"/>
          </a:xfrm>
          <a:ln w="387350">
            <a:noFill/>
          </a:ln>
        </p:spPr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#2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#3</a:t>
            </a:r>
          </a:p>
          <a:p>
            <a:pPr marL="0" indent="0"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guidelines, if broken, will be forwarded to SLT and students will be sanctioned according to school guidelines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#2</a:t>
            </a:r>
          </a:p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Example #3</a:t>
            </a:r>
          </a:p>
          <a:p>
            <a:pPr marL="0" indent="0">
              <a:buNone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F8F78F-9213-57C6-780A-54ACACEB2F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080" y="581787"/>
            <a:ext cx="11291886" cy="1031873"/>
          </a:xfrm>
        </p:spPr>
        <p:txBody>
          <a:bodyPr/>
          <a:lstStyle/>
          <a:p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83273E4-676B-C54F-2AA8-38B4FAB8B23A}"/>
              </a:ext>
            </a:extLst>
          </p:cNvPr>
          <p:cNvSpPr txBox="1">
            <a:spLocks/>
          </p:cNvSpPr>
          <p:nvPr/>
        </p:nvSpPr>
        <p:spPr>
          <a:xfrm>
            <a:off x="6312558" y="1211144"/>
            <a:ext cx="5260521" cy="10318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400" b="1" kern="1200" cap="all" baseline="0">
                <a:solidFill>
                  <a:schemeClr val="bg2"/>
                </a:solidFill>
                <a:latin typeface="+mj-lt"/>
                <a:ea typeface="Source Han Sans CN Medium" panose="020B0600000000000000" pitchFamily="34" charset="-128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ystem Font Regular"/>
              <a:buNone/>
              <a:tabLst/>
              <a:defRPr sz="2400" b="1" kern="1200" cap="all" baseline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not allowed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D1C3A3B-EA88-EC3D-5139-B3AD7C6375C9}"/>
              </a:ext>
            </a:extLst>
          </p:cNvPr>
          <p:cNvSpPr txBox="1">
            <a:spLocks/>
          </p:cNvSpPr>
          <p:nvPr/>
        </p:nvSpPr>
        <p:spPr>
          <a:xfrm>
            <a:off x="588011" y="1211144"/>
            <a:ext cx="5260521" cy="10318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400" b="1" kern="1200" cap="all" baseline="0">
                <a:solidFill>
                  <a:schemeClr val="bg2"/>
                </a:solidFill>
                <a:latin typeface="+mj-lt"/>
                <a:ea typeface="Source Han Sans CN Medium" panose="020B0600000000000000" pitchFamily="34" charset="-128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ystem Font Regular"/>
              <a:buNone/>
              <a:tabLst/>
              <a:defRPr sz="2400" b="1" kern="1200" cap="all" baseline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allowed</a:t>
            </a:r>
          </a:p>
        </p:txBody>
      </p:sp>
    </p:spTree>
    <p:extLst>
      <p:ext uri="{BB962C8B-B14F-4D97-AF65-F5344CB8AC3E}">
        <p14:creationId xmlns:p14="http://schemas.microsoft.com/office/powerpoint/2010/main" val="4292261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B9BB681-5B66-AA70-D94D-86BDDA2B7E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0021" y="2513014"/>
            <a:ext cx="8633180" cy="4687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Times New Roman"/>
                <a:ea typeface="Source Han Sans CN Medium"/>
                <a:cs typeface="Times New Roman"/>
              </a:rPr>
              <a:t>EVENT LOGISTICS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42055D-1BB2-7D64-2BAB-5E5C630DDAB0}"/>
              </a:ext>
            </a:extLst>
          </p:cNvPr>
          <p:cNvSpPr txBox="1">
            <a:spLocks/>
          </p:cNvSpPr>
          <p:nvPr/>
        </p:nvSpPr>
        <p:spPr>
          <a:xfrm>
            <a:off x="367256" y="3078098"/>
            <a:ext cx="8633180" cy="350902"/>
          </a:xfrm>
          <a:prstGeom prst="rect">
            <a:avLst/>
          </a:prstGeom>
        </p:spPr>
        <p:txBody>
          <a:bodyPr/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  <a:latin typeface="Times New Roman" panose="02020603050405020304" pitchFamily="18" charset="0"/>
                <a:ea typeface="Source Han Sans CN Medium"/>
                <a:cs typeface="Times New Roman" panose="02020603050405020304" pitchFamily="18" charset="0"/>
              </a:rPr>
              <a:t>MONTH + YEAR</a:t>
            </a:r>
            <a:endParaRPr 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34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52DC30-BF7D-4B0D-4315-027D2EF4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62B2DF-B372-A837-EC35-F60261B0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4BD11-5786-B2A5-B3C0-980489B927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263" y="273495"/>
            <a:ext cx="11291886" cy="365125"/>
          </a:xfrm>
        </p:spPr>
        <p:txBody>
          <a:bodyPr/>
          <a:lstStyle/>
          <a:p>
            <a:pPr algn="ctr"/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Main hall LAYOUT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BF368-E068-9CE7-02F1-34C631FCFC3D}"/>
              </a:ext>
            </a:extLst>
          </p:cNvPr>
          <p:cNvSpPr/>
          <p:nvPr/>
        </p:nvSpPr>
        <p:spPr>
          <a:xfrm>
            <a:off x="449264" y="804197"/>
            <a:ext cx="11291886" cy="54798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6E880D-B3B1-1FFD-8038-A74D731B2695}"/>
              </a:ext>
            </a:extLst>
          </p:cNvPr>
          <p:cNvSpPr/>
          <p:nvPr/>
        </p:nvSpPr>
        <p:spPr>
          <a:xfrm>
            <a:off x="449263" y="1444224"/>
            <a:ext cx="1347635" cy="4199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8ECC1F-9C30-CBAF-7B11-4ECB4374AABA}"/>
              </a:ext>
            </a:extLst>
          </p:cNvPr>
          <p:cNvSpPr/>
          <p:nvPr/>
        </p:nvSpPr>
        <p:spPr>
          <a:xfrm>
            <a:off x="9664070" y="804196"/>
            <a:ext cx="2077080" cy="54798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Dining area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9FFBB-A265-4C52-A924-F0A80F83D95A}"/>
              </a:ext>
            </a:extLst>
          </p:cNvPr>
          <p:cNvSpPr/>
          <p:nvPr/>
        </p:nvSpPr>
        <p:spPr>
          <a:xfrm>
            <a:off x="4537075" y="804197"/>
            <a:ext cx="5126995" cy="54510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009936-8565-7B43-DF20-6330BF67E8F9}"/>
              </a:ext>
            </a:extLst>
          </p:cNvPr>
          <p:cNvSpPr/>
          <p:nvPr/>
        </p:nvSpPr>
        <p:spPr>
          <a:xfrm>
            <a:off x="2995474" y="2019384"/>
            <a:ext cx="1637981" cy="10448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Station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BC6A2A-7F33-E02F-04AB-EC77F5F737B1}"/>
              </a:ext>
            </a:extLst>
          </p:cNvPr>
          <p:cNvSpPr/>
          <p:nvPr/>
        </p:nvSpPr>
        <p:spPr>
          <a:xfrm>
            <a:off x="6611435" y="2019384"/>
            <a:ext cx="1586934" cy="10448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  <a:latin typeface="Times New Roman"/>
                <a:cs typeface="Times New Roman"/>
              </a:rPr>
              <a:t>Game Station 2</a:t>
            </a:r>
            <a:endParaRPr lang="en-GB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8556D6-8633-3CD8-A806-F0DE65D6B602}"/>
              </a:ext>
            </a:extLst>
          </p:cNvPr>
          <p:cNvSpPr/>
          <p:nvPr/>
        </p:nvSpPr>
        <p:spPr>
          <a:xfrm>
            <a:off x="7371034" y="4283626"/>
            <a:ext cx="1637981" cy="10448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  <a:latin typeface="Times New Roman"/>
                <a:cs typeface="Times New Roman"/>
              </a:rPr>
              <a:t>Game Station 5</a:t>
            </a:r>
            <a:endParaRPr lang="en-GB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407B2B-C229-B2E1-5EFC-7C3F66BC5519}"/>
              </a:ext>
            </a:extLst>
          </p:cNvPr>
          <p:cNvSpPr/>
          <p:nvPr/>
        </p:nvSpPr>
        <p:spPr>
          <a:xfrm>
            <a:off x="4903916" y="4283626"/>
            <a:ext cx="1637981" cy="10448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  <a:latin typeface="Times New Roman"/>
                <a:cs typeface="Times New Roman"/>
              </a:rPr>
              <a:t>Game Station 4</a:t>
            </a:r>
            <a:endParaRPr lang="en-GB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7EAE7E-19BB-417A-E92E-79D32AEA2689}"/>
              </a:ext>
            </a:extLst>
          </p:cNvPr>
          <p:cNvSpPr/>
          <p:nvPr/>
        </p:nvSpPr>
        <p:spPr>
          <a:xfrm>
            <a:off x="2436799" y="4283626"/>
            <a:ext cx="1637981" cy="10448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  <a:latin typeface="Times New Roman"/>
                <a:cs typeface="Times New Roman"/>
              </a:rPr>
              <a:t>Game Station 3</a:t>
            </a:r>
            <a:endParaRPr lang="en-GB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D65F3-B588-1749-995C-2C0CB754EF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97950" y="6415752"/>
            <a:ext cx="2743200" cy="365125"/>
          </a:xfrm>
        </p:spPr>
        <p:txBody>
          <a:bodyPr/>
          <a:lstStyle/>
          <a:p>
            <a:fld id="{5E735233-A1F1-4A34-A0B0-36F54DC4ECCD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B616F-E075-1240-92B8-B7DAFA5DE9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1318" y="417189"/>
            <a:ext cx="6869364" cy="6619538"/>
          </a:xfrm>
        </p:spPr>
        <p:txBody>
          <a:bodyPr vert="horz" lIns="0" tIns="0" rIns="0" bIns="0" rtlCol="0" anchor="t">
            <a:noAutofit/>
          </a:bodyPr>
          <a:lstStyle/>
          <a:p>
            <a:pPr mar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</a:pPr>
            <a:endParaRPr lang="en-US" sz="1500" b="1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>
              <a:spcAft>
                <a:spcPts val="400"/>
              </a:spcAft>
              <a:buSzPct val="75000"/>
            </a:pPr>
            <a:r>
              <a:rPr lang="en-US" sz="2400" b="1" i="0" u="sng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DETAILED TIMINGS</a:t>
            </a:r>
            <a:endParaRPr lang="en-US" sz="2400" b="1" i="0" u="sng">
              <a:solidFill>
                <a:srgbClr val="FFFFFF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 i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 sz="200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6D4714-2DED-574A-BC03-1C93CD61BE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04D25B7-6B6D-63DE-091A-073093E53801}"/>
              </a:ext>
            </a:extLst>
          </p:cNvPr>
          <p:cNvSpPr txBox="1">
            <a:spLocks/>
          </p:cNvSpPr>
          <p:nvPr/>
        </p:nvSpPr>
        <p:spPr>
          <a:xfrm>
            <a:off x="719846" y="1977672"/>
            <a:ext cx="5376154" cy="40750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Insert Timings</a:t>
            </a: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/>
              <a:buChar char="•"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70309020205020404" pitchFamily="49" charset="0"/>
              <a:buChar char="•"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GB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D43543-4E79-9746-35F7-0ED21A8E6A2A}"/>
              </a:ext>
            </a:extLst>
          </p:cNvPr>
          <p:cNvSpPr txBox="1">
            <a:spLocks/>
          </p:cNvSpPr>
          <p:nvPr/>
        </p:nvSpPr>
        <p:spPr>
          <a:xfrm>
            <a:off x="6364996" y="1977672"/>
            <a:ext cx="5376154" cy="30237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Insert timings</a:t>
            </a:r>
          </a:p>
        </p:txBody>
      </p:sp>
    </p:spTree>
    <p:extLst>
      <p:ext uri="{BB962C8B-B14F-4D97-AF65-F5344CB8AC3E}">
        <p14:creationId xmlns:p14="http://schemas.microsoft.com/office/powerpoint/2010/main" val="3144021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56A206-654A-EBFD-EFA2-DA40FCED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E1CBCF-715E-C3FF-BF0B-C969FFFC5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t>13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D8CC2-B7D3-9E33-FBD4-39D11A719C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160" y="703197"/>
            <a:ext cx="11291886" cy="882579"/>
          </a:xfrm>
        </p:spPr>
        <p:txBody>
          <a:bodyPr/>
          <a:lstStyle/>
          <a:p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TIMELINE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AD64FF-DB72-86C0-30BE-CF243027A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165987"/>
              </p:ext>
            </p:extLst>
          </p:nvPr>
        </p:nvGraphicFramePr>
        <p:xfrm>
          <a:off x="805541" y="1832019"/>
          <a:ext cx="10579329" cy="402498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26443">
                  <a:extLst>
                    <a:ext uri="{9D8B030D-6E8A-4147-A177-3AD203B41FA5}">
                      <a16:colId xmlns:a16="http://schemas.microsoft.com/office/drawing/2014/main" val="630921914"/>
                    </a:ext>
                  </a:extLst>
                </a:gridCol>
                <a:gridCol w="3526443">
                  <a:extLst>
                    <a:ext uri="{9D8B030D-6E8A-4147-A177-3AD203B41FA5}">
                      <a16:colId xmlns:a16="http://schemas.microsoft.com/office/drawing/2014/main" val="680303919"/>
                    </a:ext>
                  </a:extLst>
                </a:gridCol>
                <a:gridCol w="3526443">
                  <a:extLst>
                    <a:ext uri="{9D8B030D-6E8A-4147-A177-3AD203B41FA5}">
                      <a16:colId xmlns:a16="http://schemas.microsoft.com/office/drawing/2014/main" val="3026583514"/>
                    </a:ext>
                  </a:extLst>
                </a:gridCol>
              </a:tblGrid>
              <a:tr h="445813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/>
                          <a:cs typeface="Times New Roman"/>
                        </a:rPr>
                        <a:t>1. Planning (Duration)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/>
                          <a:cs typeface="Times New Roman"/>
                        </a:rPr>
                        <a:t>2. Launch (Duration)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/>
                          <a:cs typeface="Times New Roman"/>
                        </a:rPr>
                        <a:t>3. Finalising (Duration)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673455"/>
                  </a:ext>
                </a:extLst>
              </a:tr>
              <a:tr h="842173"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194076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522892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34715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endParaRPr lang="en-GB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368474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200F6B-62B0-35C4-0D6B-B4B28509405F}"/>
              </a:ext>
            </a:extLst>
          </p:cNvPr>
          <p:cNvSpPr txBox="1">
            <a:spLocks/>
          </p:cNvSpPr>
          <p:nvPr/>
        </p:nvSpPr>
        <p:spPr>
          <a:xfrm>
            <a:off x="588160" y="1324445"/>
            <a:ext cx="10439130" cy="261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is a timeline for tasks and specific deadlines that we expect are needed for this period.</a:t>
            </a:r>
          </a:p>
        </p:txBody>
      </p:sp>
    </p:spTree>
    <p:extLst>
      <p:ext uri="{BB962C8B-B14F-4D97-AF65-F5344CB8AC3E}">
        <p14:creationId xmlns:p14="http://schemas.microsoft.com/office/powerpoint/2010/main" val="2188047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E0F2-14B1-F9EF-CB3A-5FBD756E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A6C7E9-94CD-DE4C-8FD9-EC2A708F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5D01CF-5EC8-8A90-B222-E3EB90DB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t>14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01A3B-0F48-3286-B051-79C4A6C188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160" y="703197"/>
            <a:ext cx="11291886" cy="488995"/>
          </a:xfrm>
        </p:spPr>
        <p:txBody>
          <a:bodyPr/>
          <a:lstStyle/>
          <a:p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Teacher supervision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2509F1-58D2-3A0A-B8DA-F8913DA6F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524784"/>
              </p:ext>
            </p:extLst>
          </p:nvPr>
        </p:nvGraphicFramePr>
        <p:xfrm>
          <a:off x="910831" y="1816939"/>
          <a:ext cx="10116459" cy="40249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32769">
                  <a:extLst>
                    <a:ext uri="{9D8B030D-6E8A-4147-A177-3AD203B41FA5}">
                      <a16:colId xmlns:a16="http://schemas.microsoft.com/office/drawing/2014/main" val="630921914"/>
                    </a:ext>
                  </a:extLst>
                </a:gridCol>
                <a:gridCol w="5083690">
                  <a:extLst>
                    <a:ext uri="{9D8B030D-6E8A-4147-A177-3AD203B41FA5}">
                      <a16:colId xmlns:a16="http://schemas.microsoft.com/office/drawing/2014/main" val="680303919"/>
                    </a:ext>
                  </a:extLst>
                </a:gridCol>
              </a:tblGrid>
              <a:tr h="445813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673455"/>
                  </a:ext>
                </a:extLst>
              </a:tr>
              <a:tr h="842173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12:25 – 12:50 </a:t>
                      </a:r>
                      <a:b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Half of Lunch on _day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 __________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194076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12:50 – 13:05</a:t>
                      </a:r>
                      <a:b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Half of Lunch on _day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_________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522892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12:25 – 12:50 </a:t>
                      </a:r>
                      <a:b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Half of Lunch on _day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 _________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734715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12:50 – 13:05</a:t>
                      </a:r>
                      <a:b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Half of Lunch on _day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_________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368474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021737-6C1D-8F06-EF89-53E6FBE9DF79}"/>
              </a:ext>
            </a:extLst>
          </p:cNvPr>
          <p:cNvSpPr txBox="1">
            <a:spLocks/>
          </p:cNvSpPr>
          <p:nvPr/>
        </p:nvSpPr>
        <p:spPr>
          <a:xfrm>
            <a:off x="588160" y="1324445"/>
            <a:ext cx="10439130" cy="261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have requested the following teachers to support in supervising our event in the following times: </a:t>
            </a:r>
          </a:p>
        </p:txBody>
      </p:sp>
    </p:spTree>
    <p:extLst>
      <p:ext uri="{BB962C8B-B14F-4D97-AF65-F5344CB8AC3E}">
        <p14:creationId xmlns:p14="http://schemas.microsoft.com/office/powerpoint/2010/main" val="450982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8F339-E82F-F9FE-A80F-1907086D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07E579-E741-890E-C5AB-DA6C6B119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2DA2DD-B9F3-832B-C7CA-973EFF0A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t>15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178E9-7C8F-9B34-7A36-75BBEDCF34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160" y="703197"/>
            <a:ext cx="11291886" cy="488995"/>
          </a:xfrm>
        </p:spPr>
        <p:txBody>
          <a:bodyPr/>
          <a:lstStyle/>
          <a:p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C5F402-C344-4F4E-3C26-D59386890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494424"/>
              </p:ext>
            </p:extLst>
          </p:nvPr>
        </p:nvGraphicFramePr>
        <p:xfrm>
          <a:off x="910831" y="1816939"/>
          <a:ext cx="10116459" cy="4024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514">
                  <a:extLst>
                    <a:ext uri="{9D8B030D-6E8A-4147-A177-3AD203B41FA5}">
                      <a16:colId xmlns:a16="http://schemas.microsoft.com/office/drawing/2014/main" val="630921914"/>
                    </a:ext>
                  </a:extLst>
                </a:gridCol>
                <a:gridCol w="1753644">
                  <a:extLst>
                    <a:ext uri="{9D8B030D-6E8A-4147-A177-3AD203B41FA5}">
                      <a16:colId xmlns:a16="http://schemas.microsoft.com/office/drawing/2014/main" val="680303919"/>
                    </a:ext>
                  </a:extLst>
                </a:gridCol>
                <a:gridCol w="5979301">
                  <a:extLst>
                    <a:ext uri="{9D8B030D-6E8A-4147-A177-3AD203B41FA5}">
                      <a16:colId xmlns:a16="http://schemas.microsoft.com/office/drawing/2014/main" val="479501627"/>
                    </a:ext>
                  </a:extLst>
                </a:gridCol>
              </a:tblGrid>
              <a:tr h="445813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673455"/>
                  </a:ext>
                </a:extLst>
              </a:tr>
              <a:tr h="842173">
                <a:tc>
                  <a:txBody>
                    <a:bodyPr/>
                    <a:lstStyle/>
                    <a:p>
                      <a:pPr algn="ctr"/>
                      <a:endParaRPr lang="en-GB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194076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522892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734715"/>
                  </a:ext>
                </a:extLst>
              </a:tr>
              <a:tr h="912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368474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BFD3FB-5AF8-BD86-5001-F64B7BE7C4FC}"/>
              </a:ext>
            </a:extLst>
          </p:cNvPr>
          <p:cNvSpPr txBox="1">
            <a:spLocks/>
          </p:cNvSpPr>
          <p:nvPr/>
        </p:nvSpPr>
        <p:spPr>
          <a:xfrm>
            <a:off x="588160" y="1324445"/>
            <a:ext cx="10439130" cy="261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have requested the following teachers to support in supervising our event in the following times: </a:t>
            </a:r>
          </a:p>
        </p:txBody>
      </p:sp>
    </p:spTree>
    <p:extLst>
      <p:ext uri="{BB962C8B-B14F-4D97-AF65-F5344CB8AC3E}">
        <p14:creationId xmlns:p14="http://schemas.microsoft.com/office/powerpoint/2010/main" val="1931651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3BAD68-8888-8D24-B62E-669B08E09C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Event Name – Name Committee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8CD18-67A4-4104-E269-C7A37E4F5D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735233-A1F1-4A34-A0B0-36F54DC4ECCD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D2755-6974-54DF-8145-E7C27C7433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PROMOTION METHODS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ECF0B8A-EFCF-1E66-6145-D3D426147B18}"/>
              </a:ext>
            </a:extLst>
          </p:cNvPr>
          <p:cNvSpPr txBox="1">
            <a:spLocks/>
          </p:cNvSpPr>
          <p:nvPr/>
        </p:nvSpPr>
        <p:spPr>
          <a:xfrm>
            <a:off x="687259" y="1101642"/>
            <a:ext cx="6214772" cy="53141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2800" indent="-172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b="0" kern="1200" cap="none" baseline="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1pPr>
            <a:lvl2pPr marL="313200" indent="-1332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5000"/>
              <a:buFont typeface="System Font Regular"/>
              <a:buChar char="○"/>
              <a:defRPr sz="14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2pPr>
            <a:lvl3pPr marL="496800" indent="-183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System Font Regular"/>
              <a:buChar char="⁃"/>
              <a:defRPr sz="120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3pPr>
            <a:lvl4pPr marL="7200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50" b="0" kern="1200">
                <a:solidFill>
                  <a:srgbClr val="111111"/>
                </a:solidFill>
                <a:latin typeface="+mn-lt"/>
                <a:ea typeface="+mn-ea"/>
                <a:cs typeface="+mn-cs"/>
              </a:defRPr>
            </a:lvl4pPr>
            <a:lvl5pPr marL="932400" indent="-201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900" b="0" kern="1200" cap="none" baseline="0">
                <a:solidFill>
                  <a:srgbClr val="111111"/>
                </a:solidFill>
                <a:latin typeface="+mn-lt"/>
                <a:ea typeface="Source Han Sans CN Medium" panose="020B06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  <a:cs typeface="Times New Roman"/>
              </a:rPr>
              <a:t>Promotion method #1</a:t>
            </a: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800">
                <a:latin typeface="Times New Roman"/>
                <a:cs typeface="Times New Roman"/>
              </a:rPr>
              <a:t>How it will be carried out</a:t>
            </a: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GB" sz="1800">
                <a:latin typeface="Times New Roman"/>
                <a:cs typeface="Times New Roman"/>
              </a:rPr>
              <a:t> Why this method is effective</a:t>
            </a: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  <a:cs typeface="Times New Roman"/>
              </a:rPr>
              <a:t>Promotion method #2</a:t>
            </a: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800">
                <a:latin typeface="Times New Roman"/>
                <a:cs typeface="Times New Roman"/>
              </a:rPr>
              <a:t>How it will be carried out</a:t>
            </a: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GB" sz="1800">
                <a:latin typeface="Times New Roman"/>
                <a:cs typeface="Times New Roman"/>
              </a:rPr>
              <a:t> Why this method is effective</a:t>
            </a: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800" b="1">
                <a:latin typeface="Times New Roman"/>
                <a:cs typeface="Times New Roman"/>
              </a:rPr>
              <a:t>Promotion method #3</a:t>
            </a: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800">
                <a:latin typeface="Times New Roman"/>
                <a:cs typeface="Times New Roman"/>
              </a:rPr>
              <a:t>How it will be carried out</a:t>
            </a:r>
          </a:p>
          <a:p>
            <a:pPr marL="172720" indent="-17272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GB" sz="1800">
                <a:latin typeface="Times New Roman"/>
                <a:cs typeface="Times New Roman"/>
              </a:rPr>
              <a:t> Why this method is effective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3EE43-1EBD-B15E-D85D-15C8296F5210}"/>
              </a:ext>
            </a:extLst>
          </p:cNvPr>
          <p:cNvSpPr/>
          <p:nvPr/>
        </p:nvSpPr>
        <p:spPr>
          <a:xfrm>
            <a:off x="7432197" y="718665"/>
            <a:ext cx="4308953" cy="5411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 #1</a:t>
            </a:r>
          </a:p>
        </p:txBody>
      </p:sp>
    </p:spTree>
    <p:extLst>
      <p:ext uri="{BB962C8B-B14F-4D97-AF65-F5344CB8AC3E}">
        <p14:creationId xmlns:p14="http://schemas.microsoft.com/office/powerpoint/2010/main" val="1466131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Bilingual schools">
  <a:themeElements>
    <a:clrScheme name="NAE-2">
      <a:dk1>
        <a:srgbClr val="000000"/>
      </a:dk1>
      <a:lt1>
        <a:srgbClr val="FFFFFF"/>
      </a:lt1>
      <a:dk2>
        <a:srgbClr val="003253"/>
      </a:dk2>
      <a:lt2>
        <a:srgbClr val="2FCCD6"/>
      </a:lt2>
      <a:accent1>
        <a:srgbClr val="B3EBF4"/>
      </a:accent1>
      <a:accent2>
        <a:srgbClr val="1D95A4"/>
      </a:accent2>
      <a:accent3>
        <a:srgbClr val="FFCB00"/>
      </a:accent3>
      <a:accent4>
        <a:srgbClr val="E1AA28"/>
      </a:accent4>
      <a:accent5>
        <a:srgbClr val="F0B2A0"/>
      </a:accent5>
      <a:accent6>
        <a:srgbClr val="FF3650"/>
      </a:accent6>
      <a:hlink>
        <a:srgbClr val="2FCCD6"/>
      </a:hlink>
      <a:folHlink>
        <a:srgbClr val="2FCC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CD25324-B6AB-4DDA-8A25-041AADA039BA}" vid="{1D2B83A0-0A83-47A0-B32E-5063E7FA3F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Bilingual schools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2022-09-05T03:53:28Z</dcterms:created>
  <dcterms:modified xsi:type="dcterms:W3CDTF">2025-11-11T17:24:37Z</dcterms:modified>
</cp:coreProperties>
</file>